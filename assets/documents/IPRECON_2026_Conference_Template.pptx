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9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iffin Cletus" userId="143810bfc296b747" providerId="LiveId" clId="{7F3DFCB6-D3EC-49C4-9130-F6BA86D7608E}"/>
    <pc:docChg chg="undo custSel modSld">
      <pc:chgData name="Cliffin Cletus" userId="143810bfc296b747" providerId="LiveId" clId="{7F3DFCB6-D3EC-49C4-9130-F6BA86D7608E}" dt="2026-07-24T14:00:10.610" v="102" actId="20577"/>
      <pc:docMkLst>
        <pc:docMk/>
      </pc:docMkLst>
      <pc:sldChg chg="modSp mod">
        <pc:chgData name="Cliffin Cletus" userId="143810bfc296b747" providerId="LiveId" clId="{7F3DFCB6-D3EC-49C4-9130-F6BA86D7608E}" dt="2026-07-24T13:58:59.385" v="86" actId="1035"/>
        <pc:sldMkLst>
          <pc:docMk/>
          <pc:sldMk cId="0" sldId="256"/>
        </pc:sldMkLst>
        <pc:spChg chg="mod">
          <ac:chgData name="Cliffin Cletus" userId="143810bfc296b747" providerId="LiveId" clId="{7F3DFCB6-D3EC-49C4-9130-F6BA86D7608E}" dt="2026-07-24T13:58:59.385" v="86" actId="1035"/>
          <ac:spMkLst>
            <pc:docMk/>
            <pc:sldMk cId="0" sldId="256"/>
            <ac:spMk id="22" creationId="{00000000-0000-0000-0000-000000000000}"/>
          </ac:spMkLst>
        </pc:spChg>
      </pc:sldChg>
      <pc:sldChg chg="modSp mod">
        <pc:chgData name="Cliffin Cletus" userId="143810bfc296b747" providerId="LiveId" clId="{7F3DFCB6-D3EC-49C4-9130-F6BA86D7608E}" dt="2026-07-24T13:59:06.475" v="87" actId="1035"/>
        <pc:sldMkLst>
          <pc:docMk/>
          <pc:sldMk cId="0" sldId="257"/>
        </pc:sldMkLst>
        <pc:spChg chg="mod">
          <ac:chgData name="Cliffin Cletus" userId="143810bfc296b747" providerId="LiveId" clId="{7F3DFCB6-D3EC-49C4-9130-F6BA86D7608E}" dt="2026-07-24T13:59:06.475" v="87" actId="1035"/>
          <ac:spMkLst>
            <pc:docMk/>
            <pc:sldMk cId="0" sldId="257"/>
            <ac:spMk id="60" creationId="{00000000-0000-0000-0000-000000000000}"/>
          </ac:spMkLst>
        </pc:spChg>
      </pc:sldChg>
      <pc:sldChg chg="modSp mod">
        <pc:chgData name="Cliffin Cletus" userId="143810bfc296b747" providerId="LiveId" clId="{7F3DFCB6-D3EC-49C4-9130-F6BA86D7608E}" dt="2026-07-24T14:00:10.610" v="102" actId="20577"/>
        <pc:sldMkLst>
          <pc:docMk/>
          <pc:sldMk cId="0" sldId="258"/>
        </pc:sldMkLst>
        <pc:spChg chg="mod">
          <ac:chgData name="Cliffin Cletus" userId="143810bfc296b747" providerId="LiveId" clId="{7F3DFCB6-D3EC-49C4-9130-F6BA86D7608E}" dt="2026-07-24T14:00:10.610" v="102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liffin Cletus" userId="143810bfc296b747" providerId="LiveId" clId="{7F3DFCB6-D3EC-49C4-9130-F6BA86D7608E}" dt="2026-07-24T13:59:13.344" v="88" actId="1035"/>
          <ac:spMkLst>
            <pc:docMk/>
            <pc:sldMk cId="0" sldId="258"/>
            <ac:spMk id="20" creationId="{00000000-0000-0000-0000-000000000000}"/>
          </ac:spMkLst>
        </pc:spChg>
      </pc:sldChg>
      <pc:sldChg chg="modSp mod">
        <pc:chgData name="Cliffin Cletus" userId="143810bfc296b747" providerId="LiveId" clId="{7F3DFCB6-D3EC-49C4-9130-F6BA86D7608E}" dt="2026-07-24T13:59:24.541" v="89" actId="1035"/>
        <pc:sldMkLst>
          <pc:docMk/>
          <pc:sldMk cId="0" sldId="259"/>
        </pc:sldMkLst>
        <pc:spChg chg="mod">
          <ac:chgData name="Cliffin Cletus" userId="143810bfc296b747" providerId="LiveId" clId="{7F3DFCB6-D3EC-49C4-9130-F6BA86D7608E}" dt="2026-07-24T13:59:24.541" v="89" actId="1035"/>
          <ac:spMkLst>
            <pc:docMk/>
            <pc:sldMk cId="0" sldId="259"/>
            <ac:spMk id="32" creationId="{00000000-0000-0000-0000-000000000000}"/>
          </ac:spMkLst>
        </pc:spChg>
      </pc:sldChg>
      <pc:sldChg chg="modSp mod">
        <pc:chgData name="Cliffin Cletus" userId="143810bfc296b747" providerId="LiveId" clId="{7F3DFCB6-D3EC-49C4-9130-F6BA86D7608E}" dt="2026-07-24T13:59:30.920" v="90" actId="1035"/>
        <pc:sldMkLst>
          <pc:docMk/>
          <pc:sldMk cId="0" sldId="260"/>
        </pc:sldMkLst>
        <pc:spChg chg="mod">
          <ac:chgData name="Cliffin Cletus" userId="143810bfc296b747" providerId="LiveId" clId="{7F3DFCB6-D3EC-49C4-9130-F6BA86D7608E}" dt="2026-07-24T13:59:30.920" v="90" actId="1035"/>
          <ac:spMkLst>
            <pc:docMk/>
            <pc:sldMk cId="0" sldId="260"/>
            <ac:spMk id="40" creationId="{00000000-0000-0000-0000-000000000000}"/>
          </ac:spMkLst>
        </pc:spChg>
      </pc:sldChg>
      <pc:sldChg chg="modSp mod">
        <pc:chgData name="Cliffin Cletus" userId="143810bfc296b747" providerId="LiveId" clId="{7F3DFCB6-D3EC-49C4-9130-F6BA86D7608E}" dt="2026-07-24T13:59:35.256" v="91" actId="1035"/>
        <pc:sldMkLst>
          <pc:docMk/>
          <pc:sldMk cId="0" sldId="261"/>
        </pc:sldMkLst>
        <pc:spChg chg="mod">
          <ac:chgData name="Cliffin Cletus" userId="143810bfc296b747" providerId="LiveId" clId="{7F3DFCB6-D3EC-49C4-9130-F6BA86D7608E}" dt="2026-07-24T13:59:35.256" v="91" actId="1035"/>
          <ac:spMkLst>
            <pc:docMk/>
            <pc:sldMk cId="0" sldId="261"/>
            <ac:spMk id="28" creationId="{00000000-0000-0000-0000-000000000000}"/>
          </ac:spMkLst>
        </pc:spChg>
      </pc:sldChg>
      <pc:sldChg chg="modSp mod">
        <pc:chgData name="Cliffin Cletus" userId="143810bfc296b747" providerId="LiveId" clId="{7F3DFCB6-D3EC-49C4-9130-F6BA86D7608E}" dt="2026-07-24T13:59:39.535" v="92" actId="1035"/>
        <pc:sldMkLst>
          <pc:docMk/>
          <pc:sldMk cId="0" sldId="262"/>
        </pc:sldMkLst>
        <pc:spChg chg="mod">
          <ac:chgData name="Cliffin Cletus" userId="143810bfc296b747" providerId="LiveId" clId="{7F3DFCB6-D3EC-49C4-9130-F6BA86D7608E}" dt="2026-07-24T13:59:39.535" v="92" actId="1035"/>
          <ac:spMkLst>
            <pc:docMk/>
            <pc:sldMk cId="0" sldId="262"/>
            <ac:spMk id="19" creationId="{00000000-0000-0000-0000-000000000000}"/>
          </ac:spMkLst>
        </pc:spChg>
      </pc:sldChg>
      <pc:sldChg chg="modSp mod">
        <pc:chgData name="Cliffin Cletus" userId="143810bfc296b747" providerId="LiveId" clId="{7F3DFCB6-D3EC-49C4-9130-F6BA86D7608E}" dt="2026-07-24T13:59:43.717" v="94" actId="27636"/>
        <pc:sldMkLst>
          <pc:docMk/>
          <pc:sldMk cId="0" sldId="263"/>
        </pc:sldMkLst>
        <pc:spChg chg="mod">
          <ac:chgData name="Cliffin Cletus" userId="143810bfc296b747" providerId="LiveId" clId="{7F3DFCB6-D3EC-49C4-9130-F6BA86D7608E}" dt="2026-07-24T13:59:43.717" v="94" actId="27636"/>
          <ac:spMkLst>
            <pc:docMk/>
            <pc:sldMk cId="0" sldId="263"/>
            <ac:spMk id="36" creationId="{00000000-0000-0000-0000-000000000000}"/>
          </ac:spMkLst>
        </pc:spChg>
      </pc:sldChg>
      <pc:sldChg chg="modSp mod">
        <pc:chgData name="Cliffin Cletus" userId="143810bfc296b747" providerId="LiveId" clId="{7F3DFCB6-D3EC-49C4-9130-F6BA86D7608E}" dt="2026-07-24T13:59:47.775" v="96" actId="27636"/>
        <pc:sldMkLst>
          <pc:docMk/>
          <pc:sldMk cId="0" sldId="264"/>
        </pc:sldMkLst>
        <pc:spChg chg="mod">
          <ac:chgData name="Cliffin Cletus" userId="143810bfc296b747" providerId="LiveId" clId="{7F3DFCB6-D3EC-49C4-9130-F6BA86D7608E}" dt="2026-07-24T13:59:47.775" v="96" actId="27636"/>
          <ac:spMkLst>
            <pc:docMk/>
            <pc:sldMk cId="0" sldId="264"/>
            <ac:spMk id="64" creationId="{00000000-0000-0000-0000-000000000000}"/>
          </ac:spMkLst>
        </pc:spChg>
      </pc:sldChg>
      <pc:sldChg chg="modSp mod">
        <pc:chgData name="Cliffin Cletus" userId="143810bfc296b747" providerId="LiveId" clId="{7F3DFCB6-D3EC-49C4-9130-F6BA86D7608E}" dt="2026-07-24T13:59:51.400" v="98" actId="27636"/>
        <pc:sldMkLst>
          <pc:docMk/>
          <pc:sldMk cId="0" sldId="265"/>
        </pc:sldMkLst>
        <pc:spChg chg="mod">
          <ac:chgData name="Cliffin Cletus" userId="143810bfc296b747" providerId="LiveId" clId="{7F3DFCB6-D3EC-49C4-9130-F6BA86D7608E}" dt="2026-07-24T13:59:51.400" v="98" actId="27636"/>
          <ac:spMkLst>
            <pc:docMk/>
            <pc:sldMk cId="0" sldId="265"/>
            <ac:spMk id="46" creationId="{00000000-0000-0000-0000-000000000000}"/>
          </ac:spMkLst>
        </pc:spChg>
      </pc:sldChg>
      <pc:sldChg chg="modSp mod">
        <pc:chgData name="Cliffin Cletus" userId="143810bfc296b747" providerId="LiveId" clId="{7F3DFCB6-D3EC-49C4-9130-F6BA86D7608E}" dt="2026-07-24T13:59:54.895" v="100" actId="27636"/>
        <pc:sldMkLst>
          <pc:docMk/>
          <pc:sldMk cId="0" sldId="266"/>
        </pc:sldMkLst>
        <pc:spChg chg="mod">
          <ac:chgData name="Cliffin Cletus" userId="143810bfc296b747" providerId="LiveId" clId="{7F3DFCB6-D3EC-49C4-9130-F6BA86D7608E}" dt="2026-07-24T13:59:54.895" v="100" actId="27636"/>
          <ac:spMkLst>
            <pc:docMk/>
            <pc:sldMk cId="0" sldId="266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8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talk title, author names and affiliations, paper ID and track. The event branding and dates are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outline. Edit the six items to match your talk; delete a card if you have fewer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 Use one before each major part of the talk. Change the number and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Workhorse content layout: a few bullets plus one highlighted figure. Keep bullets short — speak to the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parallel ideas side by side — model vs strategy, before vs after, theory vs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/ diagram layout. Replace the placeholder with your architecture diagram, plot or photo, and edit the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Full-slide statement. Use for a single key insight, definition, or the headline claim of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headline numbers. Lead with the metric, then the label. Keep to three so each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table. The highlighted row is your proposed method. Keep columns to five or fewer for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Authors / team. Drop in headshots, edit names, roles and affiliations. Remove a card for smaller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Thank-you / contact slide. Add your email and any links;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11021">
                  <a:alpha val="100000"/>
                </a:srgbClr>
              </a:gs>
              <a:gs pos="100000">
                <a:srgbClr val="4A1655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46" y="2695798"/>
            <a:ext cx="3853235" cy="196215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6373111" y="4981798"/>
            <a:ext cx="554177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CAA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PAPER PRESENTATION</a:t>
            </a:r>
            <a:endParaRPr lang="en-US" sz="1800" dirty="0"/>
          </a:p>
        </p:txBody>
      </p:sp>
      <p:sp>
        <p:nvSpPr>
          <p:cNvPr id="14" name="Text 4"/>
          <p:cNvSpPr/>
          <p:nvPr/>
        </p:nvSpPr>
        <p:spPr>
          <a:xfrm>
            <a:off x="2848745" y="5415186"/>
            <a:ext cx="12590435" cy="704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5226"/>
              </a:lnSpc>
              <a:buNone/>
            </a:pPr>
            <a:r>
              <a:rPr lang="en-US" sz="495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Presentation Title Goes Here</a:t>
            </a:r>
            <a:endParaRPr lang="en-US" sz="4950" dirty="0"/>
          </a:p>
        </p:txBody>
      </p:sp>
      <p:sp>
        <p:nvSpPr>
          <p:cNvPr id="15" name="Shape 5"/>
          <p:cNvSpPr/>
          <p:nvPr/>
        </p:nvSpPr>
        <p:spPr>
          <a:xfrm>
            <a:off x="8429625" y="6386289"/>
            <a:ext cx="142875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6" name="Text 6"/>
          <p:cNvSpPr/>
          <p:nvPr/>
        </p:nvSpPr>
        <p:spPr>
          <a:xfrm>
            <a:off x="6405935" y="6738714"/>
            <a:ext cx="54761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Name¹ · Co-Author Name²</a:t>
            </a:r>
            <a:endParaRPr lang="en-US" sz="2400" dirty="0"/>
          </a:p>
        </p:txBody>
      </p:sp>
      <p:sp>
        <p:nvSpPr>
          <p:cNvPr id="17" name="Text 7"/>
          <p:cNvSpPr/>
          <p:nvPr/>
        </p:nvSpPr>
        <p:spPr>
          <a:xfrm>
            <a:off x="7236604" y="7186389"/>
            <a:ext cx="38147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Affiliation One ² Affiliation Two</a:t>
            </a:r>
            <a:endParaRPr lang="en-US" sz="1875" dirty="0"/>
          </a:p>
        </p:txBody>
      </p:sp>
      <p:sp>
        <p:nvSpPr>
          <p:cNvPr id="18" name="Text 8"/>
          <p:cNvSpPr/>
          <p:nvPr/>
        </p:nvSpPr>
        <p:spPr>
          <a:xfrm>
            <a:off x="6013032" y="7672164"/>
            <a:ext cx="62618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ID 000 · Track Name · September 04–06, 2026</a:t>
            </a:r>
            <a:endParaRPr lang="en-US" sz="1800" dirty="0"/>
          </a:p>
        </p:txBody>
      </p:sp>
      <p:sp>
        <p:nvSpPr>
          <p:cNvPr id="19" name="Shape 9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0" name="Shape 10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21" name="Text 11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22" name="Text 12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23" name="Text 13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tretch>
            <a:fillRect/>
          </a:stretch>
        </p:blipFill>
        <p:spPr>
          <a:xfrm>
            <a:off x="5238750" y="3341824"/>
            <a:ext cx="7810500" cy="3946252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685800" y="1533525"/>
            <a:ext cx="186080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685800" y="1890713"/>
            <a:ext cx="18608040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500" dirty="0"/>
          </a:p>
        </p:txBody>
      </p:sp>
      <p:sp>
        <p:nvSpPr>
          <p:cNvPr id="14" name="Shape 4"/>
          <p:cNvSpPr/>
          <p:nvPr/>
        </p:nvSpPr>
        <p:spPr>
          <a:xfrm>
            <a:off x="685800" y="2924175"/>
            <a:ext cx="6858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Shape 5"/>
          <p:cNvSpPr/>
          <p:nvPr/>
        </p:nvSpPr>
        <p:spPr>
          <a:xfrm>
            <a:off x="685800" y="3352800"/>
            <a:ext cx="8191500" cy="1014413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16" name="Shape 6"/>
          <p:cNvSpPr/>
          <p:nvPr/>
        </p:nvSpPr>
        <p:spPr>
          <a:xfrm>
            <a:off x="685800" y="4357688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17" name="Shape 7"/>
          <p:cNvSpPr/>
          <p:nvPr/>
        </p:nvSpPr>
        <p:spPr>
          <a:xfrm>
            <a:off x="685800" y="3352800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18" name="Shape 8"/>
          <p:cNvSpPr/>
          <p:nvPr/>
        </p:nvSpPr>
        <p:spPr>
          <a:xfrm>
            <a:off x="685800" y="3352800"/>
            <a:ext cx="47625" cy="1014413"/>
          </a:xfrm>
          <a:prstGeom prst="rect">
            <a:avLst/>
          </a:prstGeom>
          <a:solidFill>
            <a:srgbClr val="8726A0"/>
          </a:solidFill>
          <a:ln/>
        </p:spPr>
      </p:sp>
      <p:sp>
        <p:nvSpPr>
          <p:cNvPr id="19" name="Shape 9"/>
          <p:cNvSpPr/>
          <p:nvPr/>
        </p:nvSpPr>
        <p:spPr>
          <a:xfrm>
            <a:off x="8867775" y="3352800"/>
            <a:ext cx="9525" cy="1014413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20" name="Text 10"/>
          <p:cNvSpPr/>
          <p:nvPr/>
        </p:nvSpPr>
        <p:spPr>
          <a:xfrm>
            <a:off x="1019175" y="3590925"/>
            <a:ext cx="584448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21" name="Text 11"/>
          <p:cNvSpPr/>
          <p:nvPr/>
        </p:nvSpPr>
        <p:spPr>
          <a:xfrm>
            <a:off x="1775073" y="3683794"/>
            <a:ext cx="40600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Motivation</a:t>
            </a:r>
            <a:endParaRPr lang="en-US" sz="2400" dirty="0"/>
          </a:p>
        </p:txBody>
      </p:sp>
      <p:sp>
        <p:nvSpPr>
          <p:cNvPr id="22" name="Shape 12"/>
          <p:cNvSpPr/>
          <p:nvPr/>
        </p:nvSpPr>
        <p:spPr>
          <a:xfrm>
            <a:off x="9410700" y="3352800"/>
            <a:ext cx="8191500" cy="1014413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23" name="Shape 13"/>
          <p:cNvSpPr/>
          <p:nvPr/>
        </p:nvSpPr>
        <p:spPr>
          <a:xfrm>
            <a:off x="9410700" y="4357688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24" name="Shape 14"/>
          <p:cNvSpPr/>
          <p:nvPr/>
        </p:nvSpPr>
        <p:spPr>
          <a:xfrm>
            <a:off x="9410700" y="3352800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25" name="Shape 15"/>
          <p:cNvSpPr/>
          <p:nvPr/>
        </p:nvSpPr>
        <p:spPr>
          <a:xfrm>
            <a:off x="9410700" y="3352800"/>
            <a:ext cx="47625" cy="1014413"/>
          </a:xfrm>
          <a:prstGeom prst="rect">
            <a:avLst/>
          </a:prstGeom>
          <a:solidFill>
            <a:srgbClr val="8726A0"/>
          </a:solidFill>
          <a:ln/>
        </p:spPr>
      </p:sp>
      <p:sp>
        <p:nvSpPr>
          <p:cNvPr id="26" name="Shape 16"/>
          <p:cNvSpPr/>
          <p:nvPr/>
        </p:nvSpPr>
        <p:spPr>
          <a:xfrm>
            <a:off x="17592675" y="3352800"/>
            <a:ext cx="9525" cy="1014413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27" name="Text 17"/>
          <p:cNvSpPr/>
          <p:nvPr/>
        </p:nvSpPr>
        <p:spPr>
          <a:xfrm>
            <a:off x="9744075" y="3590925"/>
            <a:ext cx="584448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28" name="Text 18"/>
          <p:cNvSpPr/>
          <p:nvPr/>
        </p:nvSpPr>
        <p:spPr>
          <a:xfrm>
            <a:off x="10499973" y="3683794"/>
            <a:ext cx="27950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29" name="Shape 19"/>
          <p:cNvSpPr/>
          <p:nvPr/>
        </p:nvSpPr>
        <p:spPr>
          <a:xfrm>
            <a:off x="685800" y="4595813"/>
            <a:ext cx="8191500" cy="1014413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30" name="Shape 20"/>
          <p:cNvSpPr/>
          <p:nvPr/>
        </p:nvSpPr>
        <p:spPr>
          <a:xfrm>
            <a:off x="685800" y="5600700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31" name="Shape 21"/>
          <p:cNvSpPr/>
          <p:nvPr/>
        </p:nvSpPr>
        <p:spPr>
          <a:xfrm>
            <a:off x="685800" y="4595813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32" name="Shape 22"/>
          <p:cNvSpPr/>
          <p:nvPr/>
        </p:nvSpPr>
        <p:spPr>
          <a:xfrm>
            <a:off x="685800" y="4595813"/>
            <a:ext cx="47625" cy="1014413"/>
          </a:xfrm>
          <a:prstGeom prst="rect">
            <a:avLst/>
          </a:prstGeom>
          <a:solidFill>
            <a:srgbClr val="8726A0"/>
          </a:solidFill>
          <a:ln/>
        </p:spPr>
      </p:sp>
      <p:sp>
        <p:nvSpPr>
          <p:cNvPr id="33" name="Shape 23"/>
          <p:cNvSpPr/>
          <p:nvPr/>
        </p:nvSpPr>
        <p:spPr>
          <a:xfrm>
            <a:off x="8867775" y="4595813"/>
            <a:ext cx="9525" cy="1014413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34" name="Text 24"/>
          <p:cNvSpPr/>
          <p:nvPr/>
        </p:nvSpPr>
        <p:spPr>
          <a:xfrm>
            <a:off x="1019175" y="4833938"/>
            <a:ext cx="584448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35" name="Text 25"/>
          <p:cNvSpPr/>
          <p:nvPr/>
        </p:nvSpPr>
        <p:spPr>
          <a:xfrm>
            <a:off x="1775073" y="4926806"/>
            <a:ext cx="372524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Methodology</a:t>
            </a:r>
            <a:endParaRPr lang="en-US" sz="2400" dirty="0"/>
          </a:p>
        </p:txBody>
      </p:sp>
      <p:sp>
        <p:nvSpPr>
          <p:cNvPr id="36" name="Shape 26"/>
          <p:cNvSpPr/>
          <p:nvPr/>
        </p:nvSpPr>
        <p:spPr>
          <a:xfrm>
            <a:off x="9410700" y="4595813"/>
            <a:ext cx="8191500" cy="1014413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37" name="Shape 27"/>
          <p:cNvSpPr/>
          <p:nvPr/>
        </p:nvSpPr>
        <p:spPr>
          <a:xfrm>
            <a:off x="9410700" y="5600700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38" name="Shape 28"/>
          <p:cNvSpPr/>
          <p:nvPr/>
        </p:nvSpPr>
        <p:spPr>
          <a:xfrm>
            <a:off x="9410700" y="4595813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39" name="Shape 29"/>
          <p:cNvSpPr/>
          <p:nvPr/>
        </p:nvSpPr>
        <p:spPr>
          <a:xfrm>
            <a:off x="9410700" y="4595813"/>
            <a:ext cx="47625" cy="1014413"/>
          </a:xfrm>
          <a:prstGeom prst="rect">
            <a:avLst/>
          </a:prstGeom>
          <a:solidFill>
            <a:srgbClr val="8726A0"/>
          </a:solidFill>
          <a:ln/>
        </p:spPr>
      </p:sp>
      <p:sp>
        <p:nvSpPr>
          <p:cNvPr id="40" name="Shape 30"/>
          <p:cNvSpPr/>
          <p:nvPr/>
        </p:nvSpPr>
        <p:spPr>
          <a:xfrm>
            <a:off x="17592675" y="4595813"/>
            <a:ext cx="9525" cy="1014413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41" name="Text 31"/>
          <p:cNvSpPr/>
          <p:nvPr/>
        </p:nvSpPr>
        <p:spPr>
          <a:xfrm>
            <a:off x="9744075" y="4833938"/>
            <a:ext cx="584448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42" name="Text 32"/>
          <p:cNvSpPr/>
          <p:nvPr/>
        </p:nvSpPr>
        <p:spPr>
          <a:xfrm>
            <a:off x="10499973" y="4926806"/>
            <a:ext cx="37635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Implementation</a:t>
            </a:r>
            <a:endParaRPr lang="en-US" sz="2400" dirty="0"/>
          </a:p>
        </p:txBody>
      </p:sp>
      <p:sp>
        <p:nvSpPr>
          <p:cNvPr id="43" name="Shape 33"/>
          <p:cNvSpPr/>
          <p:nvPr/>
        </p:nvSpPr>
        <p:spPr>
          <a:xfrm>
            <a:off x="685800" y="5838825"/>
            <a:ext cx="8191500" cy="1014413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44" name="Shape 34"/>
          <p:cNvSpPr/>
          <p:nvPr/>
        </p:nvSpPr>
        <p:spPr>
          <a:xfrm>
            <a:off x="685800" y="6843713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45" name="Shape 35"/>
          <p:cNvSpPr/>
          <p:nvPr/>
        </p:nvSpPr>
        <p:spPr>
          <a:xfrm>
            <a:off x="685800" y="5838825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46" name="Shape 36"/>
          <p:cNvSpPr/>
          <p:nvPr/>
        </p:nvSpPr>
        <p:spPr>
          <a:xfrm>
            <a:off x="685800" y="5838825"/>
            <a:ext cx="47625" cy="1014413"/>
          </a:xfrm>
          <a:prstGeom prst="rect">
            <a:avLst/>
          </a:prstGeom>
          <a:solidFill>
            <a:srgbClr val="8726A0"/>
          </a:solidFill>
          <a:ln/>
        </p:spPr>
      </p:sp>
      <p:sp>
        <p:nvSpPr>
          <p:cNvPr id="47" name="Shape 37"/>
          <p:cNvSpPr/>
          <p:nvPr/>
        </p:nvSpPr>
        <p:spPr>
          <a:xfrm>
            <a:off x="8867775" y="5838825"/>
            <a:ext cx="9525" cy="1014413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48" name="Text 38"/>
          <p:cNvSpPr/>
          <p:nvPr/>
        </p:nvSpPr>
        <p:spPr>
          <a:xfrm>
            <a:off x="1019175" y="6076950"/>
            <a:ext cx="584448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49" name="Text 39"/>
          <p:cNvSpPr/>
          <p:nvPr/>
        </p:nvSpPr>
        <p:spPr>
          <a:xfrm>
            <a:off x="1775073" y="6169819"/>
            <a:ext cx="342827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Discussion</a:t>
            </a:r>
            <a:endParaRPr lang="en-US" sz="2400" dirty="0"/>
          </a:p>
        </p:txBody>
      </p:sp>
      <p:sp>
        <p:nvSpPr>
          <p:cNvPr id="50" name="Shape 40"/>
          <p:cNvSpPr/>
          <p:nvPr/>
        </p:nvSpPr>
        <p:spPr>
          <a:xfrm>
            <a:off x="9410700" y="5838825"/>
            <a:ext cx="8191500" cy="1014413"/>
          </a:xfrm>
          <a:prstGeom prst="roundRect">
            <a:avLst>
              <a:gd name="adj" fmla="val 13146"/>
            </a:avLst>
          </a:prstGeom>
          <a:solidFill>
            <a:srgbClr val="FFFFFF"/>
          </a:solidFill>
          <a:ln/>
        </p:spPr>
      </p:sp>
      <p:sp>
        <p:nvSpPr>
          <p:cNvPr id="51" name="Shape 41"/>
          <p:cNvSpPr/>
          <p:nvPr/>
        </p:nvSpPr>
        <p:spPr>
          <a:xfrm>
            <a:off x="9410700" y="6843713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52" name="Shape 42"/>
          <p:cNvSpPr/>
          <p:nvPr/>
        </p:nvSpPr>
        <p:spPr>
          <a:xfrm>
            <a:off x="9410700" y="5838825"/>
            <a:ext cx="819150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53" name="Shape 43"/>
          <p:cNvSpPr/>
          <p:nvPr/>
        </p:nvSpPr>
        <p:spPr>
          <a:xfrm>
            <a:off x="9410700" y="5838825"/>
            <a:ext cx="47625" cy="1014413"/>
          </a:xfrm>
          <a:prstGeom prst="rect">
            <a:avLst/>
          </a:prstGeom>
          <a:solidFill>
            <a:srgbClr val="8726A0"/>
          </a:solidFill>
          <a:ln/>
        </p:spPr>
      </p:sp>
      <p:sp>
        <p:nvSpPr>
          <p:cNvPr id="54" name="Shape 44"/>
          <p:cNvSpPr/>
          <p:nvPr/>
        </p:nvSpPr>
        <p:spPr>
          <a:xfrm>
            <a:off x="17592675" y="5838825"/>
            <a:ext cx="9525" cy="1014413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55" name="Text 45"/>
          <p:cNvSpPr/>
          <p:nvPr/>
        </p:nvSpPr>
        <p:spPr>
          <a:xfrm>
            <a:off x="9744075" y="6076950"/>
            <a:ext cx="584448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56" name="Text 46"/>
          <p:cNvSpPr/>
          <p:nvPr/>
        </p:nvSpPr>
        <p:spPr>
          <a:xfrm>
            <a:off x="10499973" y="6169819"/>
            <a:ext cx="422210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57" name="Shape 47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58" name="Shape 48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59" name="Text 49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60" name="Text 50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61" name="Text 51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11021">
                  <a:alpha val="100000"/>
                </a:srgbClr>
              </a:gs>
              <a:gs pos="100000">
                <a:srgbClr val="4A1655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2" name="Text 3"/>
          <p:cNvSpPr/>
          <p:nvPr/>
        </p:nvSpPr>
        <p:spPr>
          <a:xfrm>
            <a:off x="1047750" y="4126037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00" dirty="0">
                <a:solidFill>
                  <a:srgbClr val="CAA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950" dirty="0"/>
          </a:p>
        </p:txBody>
      </p:sp>
      <p:sp>
        <p:nvSpPr>
          <p:cNvPr id="13" name="Text 4"/>
          <p:cNvSpPr/>
          <p:nvPr/>
        </p:nvSpPr>
        <p:spPr>
          <a:xfrm>
            <a:off x="1047750" y="4545137"/>
            <a:ext cx="2669634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6738"/>
              </a:lnSpc>
              <a:buNone/>
            </a:pPr>
            <a:r>
              <a:rPr lang="en-US" sz="15000" b="1" kern="0" spc="-450" dirty="0">
                <a:solidFill>
                  <a:srgbClr val="CAA32F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14" name="Text 5"/>
          <p:cNvSpPr/>
          <p:nvPr/>
        </p:nvSpPr>
        <p:spPr>
          <a:xfrm>
            <a:off x="3931890" y="4697537"/>
            <a:ext cx="11550871" cy="834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416"/>
              </a:lnSpc>
              <a:buNone/>
            </a:pPr>
            <a:r>
              <a:rPr lang="en-US" sz="615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Motivation</a:t>
            </a:r>
            <a:endParaRPr lang="en-US" sz="6150" dirty="0"/>
          </a:p>
        </p:txBody>
      </p:sp>
      <p:sp>
        <p:nvSpPr>
          <p:cNvPr id="15" name="Shape 6"/>
          <p:cNvSpPr/>
          <p:nvPr/>
        </p:nvSpPr>
        <p:spPr>
          <a:xfrm>
            <a:off x="3931890" y="5760839"/>
            <a:ext cx="142875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6" name="Text 7"/>
          <p:cNvSpPr/>
          <p:nvPr/>
        </p:nvSpPr>
        <p:spPr>
          <a:xfrm>
            <a:off x="3931890" y="6075164"/>
            <a:ext cx="9639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describing what this section of the talk will cover.</a:t>
            </a:r>
            <a:endParaRPr lang="en-US" sz="2250" dirty="0"/>
          </a:p>
        </p:txBody>
      </p:sp>
      <p:sp>
        <p:nvSpPr>
          <p:cNvPr id="17" name="Shape 8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8" name="Shape 9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19" name="Text 10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20" name="Text 11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21" name="Text 12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tretch>
            <a:fillRect/>
          </a:stretch>
        </p:blipFill>
        <p:spPr>
          <a:xfrm>
            <a:off x="5238750" y="3341824"/>
            <a:ext cx="7810500" cy="3946252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685800" y="1533525"/>
            <a:ext cx="186080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· INTRODUCTION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685800" y="1890713"/>
            <a:ext cx="18608040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Problem Statement</a:t>
            </a:r>
            <a:endParaRPr lang="en-US" sz="4500" dirty="0"/>
          </a:p>
        </p:txBody>
      </p:sp>
      <p:sp>
        <p:nvSpPr>
          <p:cNvPr id="14" name="Shape 4"/>
          <p:cNvSpPr/>
          <p:nvPr/>
        </p:nvSpPr>
        <p:spPr>
          <a:xfrm>
            <a:off x="685800" y="2924175"/>
            <a:ext cx="6858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Shape 5"/>
          <p:cNvSpPr/>
          <p:nvPr/>
        </p:nvSpPr>
        <p:spPr>
          <a:xfrm>
            <a:off x="685800" y="4824413"/>
            <a:ext cx="133350" cy="133350"/>
          </a:xfrm>
          <a:prstGeom prst="ellipse">
            <a:avLst/>
          </a:prstGeom>
          <a:solidFill>
            <a:srgbClr val="8726A0"/>
          </a:solidFill>
          <a:ln/>
        </p:spPr>
      </p:sp>
      <p:sp>
        <p:nvSpPr>
          <p:cNvPr id="16" name="Text 6"/>
          <p:cNvSpPr/>
          <p:nvPr/>
        </p:nvSpPr>
        <p:spPr>
          <a:xfrm>
            <a:off x="1028700" y="4700588"/>
            <a:ext cx="9903799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real-world challenge your work addresses in one crisp sentence.</a:t>
            </a:r>
            <a:endParaRPr lang="en-US" sz="2400" dirty="0"/>
          </a:p>
        </p:txBody>
      </p:sp>
      <p:sp>
        <p:nvSpPr>
          <p:cNvPr id="17" name="Shape 7"/>
          <p:cNvSpPr/>
          <p:nvPr/>
        </p:nvSpPr>
        <p:spPr>
          <a:xfrm>
            <a:off x="685800" y="5975003"/>
            <a:ext cx="133350" cy="133350"/>
          </a:xfrm>
          <a:prstGeom prst="ellipse">
            <a:avLst/>
          </a:prstGeom>
          <a:solidFill>
            <a:srgbClr val="8726A0"/>
          </a:solidFill>
          <a:ln/>
        </p:spPr>
      </p:sp>
      <p:sp>
        <p:nvSpPr>
          <p:cNvPr id="18" name="Text 8"/>
          <p:cNvSpPr/>
          <p:nvPr/>
        </p:nvSpPr>
        <p:spPr>
          <a:xfrm>
            <a:off x="1028700" y="5851178"/>
            <a:ext cx="8535888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existing approaches fall short or leave a gap.</a:t>
            </a:r>
            <a:endParaRPr lang="en-US" sz="2400" dirty="0"/>
          </a:p>
        </p:txBody>
      </p:sp>
      <p:sp>
        <p:nvSpPr>
          <p:cNvPr id="19" name="Shape 9"/>
          <p:cNvSpPr/>
          <p:nvPr/>
        </p:nvSpPr>
        <p:spPr>
          <a:xfrm>
            <a:off x="685800" y="6683648"/>
            <a:ext cx="133350" cy="133350"/>
          </a:xfrm>
          <a:prstGeom prst="ellipse">
            <a:avLst/>
          </a:prstGeom>
          <a:solidFill>
            <a:srgbClr val="8726A0"/>
          </a:solidFill>
          <a:ln/>
        </p:spPr>
      </p:sp>
      <p:sp>
        <p:nvSpPr>
          <p:cNvPr id="20" name="Text 10"/>
          <p:cNvSpPr/>
          <p:nvPr/>
        </p:nvSpPr>
        <p:spPr>
          <a:xfrm>
            <a:off x="1028700" y="6559823"/>
            <a:ext cx="8629531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the core idea of your contribution at a high level.</a:t>
            </a:r>
            <a:endParaRPr lang="en-US" sz="2400" dirty="0"/>
          </a:p>
        </p:txBody>
      </p:sp>
      <p:sp>
        <p:nvSpPr>
          <p:cNvPr id="21" name="Shape 11"/>
          <p:cNvSpPr/>
          <p:nvPr/>
        </p:nvSpPr>
        <p:spPr>
          <a:xfrm>
            <a:off x="685800" y="7392293"/>
            <a:ext cx="133350" cy="133350"/>
          </a:xfrm>
          <a:prstGeom prst="ellipse">
            <a:avLst/>
          </a:prstGeom>
          <a:solidFill>
            <a:srgbClr val="8726A0"/>
          </a:solidFill>
          <a:ln/>
        </p:spPr>
      </p:sp>
      <p:sp>
        <p:nvSpPr>
          <p:cNvPr id="22" name="Text 12"/>
          <p:cNvSpPr/>
          <p:nvPr/>
        </p:nvSpPr>
        <p:spPr>
          <a:xfrm>
            <a:off x="1028700" y="7268468"/>
            <a:ext cx="9038481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the outcome or headline result you will demonstrate.</a:t>
            </a:r>
            <a:endParaRPr lang="en-US" sz="2400" dirty="0"/>
          </a:p>
        </p:txBody>
      </p:sp>
      <p:sp>
        <p:nvSpPr>
          <p:cNvPr id="23" name="Shape 13"/>
          <p:cNvSpPr/>
          <p:nvPr/>
        </p:nvSpPr>
        <p:spPr>
          <a:xfrm>
            <a:off x="11177439" y="3314700"/>
            <a:ext cx="6424761" cy="5781675"/>
          </a:xfrm>
          <a:prstGeom prst="roundRect">
            <a:avLst>
              <a:gd name="adj" fmla="val 3624"/>
            </a:avLst>
          </a:prstGeom>
          <a:ln/>
          <a:effectLst>
            <a:outerShdw blurRad="381000" dist="171450" dir="5400000" algn="bl" rotWithShape="0">
              <a:srgbClr val="211021">
                <a:alpha val="28000"/>
              </a:srgbClr>
            </a:outerShdw>
          </a:effectLst>
        </p:spPr>
      </p:sp>
      <p:sp>
        <p:nvSpPr>
          <p:cNvPr id="24" name="Shape 14"/>
          <p:cNvSpPr/>
          <p:nvPr/>
        </p:nvSpPr>
        <p:spPr>
          <a:xfrm>
            <a:off x="11177439" y="3314700"/>
            <a:ext cx="6424761" cy="57150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5" name="Shape 15"/>
          <p:cNvSpPr/>
          <p:nvPr/>
        </p:nvSpPr>
        <p:spPr>
          <a:xfrm>
            <a:off x="11177439" y="3371850"/>
            <a:ext cx="6424761" cy="5724525"/>
          </a:xfrm>
          <a:prstGeom prst="rect">
            <a:avLst/>
          </a:prstGeom>
          <a:gradFill rotWithShape="1">
            <a:gsLst>
              <a:gs pos="0">
                <a:srgbClr val="211021">
                  <a:alpha val="100000"/>
                </a:srgbClr>
              </a:gs>
              <a:gs pos="100000">
                <a:srgbClr val="4A1655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6" name="Text 16"/>
          <p:cNvSpPr/>
          <p:nvPr/>
        </p:nvSpPr>
        <p:spPr>
          <a:xfrm>
            <a:off x="11577489" y="5118795"/>
            <a:ext cx="61871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AA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FIGURE</a:t>
            </a:r>
            <a:endParaRPr lang="en-US" sz="1650" dirty="0"/>
          </a:p>
        </p:txBody>
      </p:sp>
      <p:sp>
        <p:nvSpPr>
          <p:cNvPr id="27" name="Text 17"/>
          <p:cNvSpPr/>
          <p:nvPr/>
        </p:nvSpPr>
        <p:spPr>
          <a:xfrm>
            <a:off x="11577489" y="5433120"/>
            <a:ext cx="6187127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990"/>
              </a:lnSpc>
              <a:buNone/>
            </a:pPr>
            <a:r>
              <a:rPr lang="en-US" sz="7800" b="1" kern="0" spc="-2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7800" dirty="0"/>
          </a:p>
        </p:txBody>
      </p:sp>
      <p:sp>
        <p:nvSpPr>
          <p:cNvPr id="28" name="Text 18"/>
          <p:cNvSpPr/>
          <p:nvPr/>
        </p:nvSpPr>
        <p:spPr>
          <a:xfrm>
            <a:off x="11577489" y="6576120"/>
            <a:ext cx="579340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23"/>
              </a:lnSpc>
              <a:buNone/>
            </a:pPr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global electricity demand met by renewables by 2030 under current trends.</a:t>
            </a:r>
            <a:endParaRPr lang="en-US" sz="2100" dirty="0"/>
          </a:p>
        </p:txBody>
      </p:sp>
      <p:sp>
        <p:nvSpPr>
          <p:cNvPr id="29" name="Shape 19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0" name="Shape 20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31" name="Text 21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32" name="Text 22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33" name="Text 23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tretch>
            <a:fillRect/>
          </a:stretch>
        </p:blipFill>
        <p:spPr>
          <a:xfrm>
            <a:off x="5238750" y="3341824"/>
            <a:ext cx="7810500" cy="3946252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685800" y="1533525"/>
            <a:ext cx="186080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· METHODOLOGY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685800" y="1890713"/>
            <a:ext cx="18608040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Methodology</a:t>
            </a:r>
            <a:endParaRPr lang="en-US" sz="4500" dirty="0"/>
          </a:p>
        </p:txBody>
      </p:sp>
      <p:sp>
        <p:nvSpPr>
          <p:cNvPr id="14" name="Shape 4"/>
          <p:cNvSpPr/>
          <p:nvPr/>
        </p:nvSpPr>
        <p:spPr>
          <a:xfrm>
            <a:off x="685800" y="2924175"/>
            <a:ext cx="6858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Shape 5"/>
          <p:cNvSpPr/>
          <p:nvPr/>
        </p:nvSpPr>
        <p:spPr>
          <a:xfrm>
            <a:off x="685800" y="3295650"/>
            <a:ext cx="8248650" cy="5800725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9525">
            <a:solidFill>
              <a:srgbClr val="ECE4EE"/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695325" y="3305175"/>
            <a:ext cx="8229600" cy="57150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7" name="Shape 7"/>
          <p:cNvSpPr/>
          <p:nvPr/>
        </p:nvSpPr>
        <p:spPr>
          <a:xfrm>
            <a:off x="1095375" y="3743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8726A0">
              <a:alpha val="12000"/>
            </a:srgbClr>
          </a:solidFill>
          <a:ln/>
        </p:spPr>
      </p:sp>
      <p:sp>
        <p:nvSpPr>
          <p:cNvPr id="18" name="Text 8"/>
          <p:cNvSpPr/>
          <p:nvPr/>
        </p:nvSpPr>
        <p:spPr>
          <a:xfrm>
            <a:off x="1057275" y="37433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9" name="Text 9"/>
          <p:cNvSpPr/>
          <p:nvPr/>
        </p:nvSpPr>
        <p:spPr>
          <a:xfrm>
            <a:off x="1762125" y="3762375"/>
            <a:ext cx="273094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Model</a:t>
            </a:r>
            <a:endParaRPr lang="en-US" sz="2550" dirty="0"/>
          </a:p>
        </p:txBody>
      </p:sp>
      <p:sp>
        <p:nvSpPr>
          <p:cNvPr id="20" name="Shape 10"/>
          <p:cNvSpPr/>
          <p:nvPr/>
        </p:nvSpPr>
        <p:spPr>
          <a:xfrm>
            <a:off x="1095375" y="4600575"/>
            <a:ext cx="104775" cy="104775"/>
          </a:xfrm>
          <a:prstGeom prst="ellipse">
            <a:avLst/>
          </a:prstGeom>
          <a:solidFill>
            <a:srgbClr val="8726A0"/>
          </a:solidFill>
          <a:ln/>
        </p:spPr>
      </p:sp>
      <p:sp>
        <p:nvSpPr>
          <p:cNvPr id="21" name="Text 11"/>
          <p:cNvSpPr/>
          <p:nvPr/>
        </p:nvSpPr>
        <p:spPr>
          <a:xfrm>
            <a:off x="1371600" y="4486275"/>
            <a:ext cx="6914168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defining assumption or component of the model.</a:t>
            </a:r>
            <a:endParaRPr lang="en-US" sz="2100" dirty="0"/>
          </a:p>
        </p:txBody>
      </p:sp>
      <p:sp>
        <p:nvSpPr>
          <p:cNvPr id="22" name="Shape 12"/>
          <p:cNvSpPr/>
          <p:nvPr/>
        </p:nvSpPr>
        <p:spPr>
          <a:xfrm>
            <a:off x="1095375" y="5164410"/>
            <a:ext cx="104775" cy="104775"/>
          </a:xfrm>
          <a:prstGeom prst="ellipse">
            <a:avLst/>
          </a:prstGeom>
          <a:solidFill>
            <a:srgbClr val="8726A0"/>
          </a:solidFill>
          <a:ln/>
        </p:spPr>
      </p:sp>
      <p:sp>
        <p:nvSpPr>
          <p:cNvPr id="23" name="Text 13"/>
          <p:cNvSpPr/>
          <p:nvPr/>
        </p:nvSpPr>
        <p:spPr>
          <a:xfrm>
            <a:off x="1371600" y="5050110"/>
            <a:ext cx="6507182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element — governing equations or inputs.</a:t>
            </a:r>
            <a:endParaRPr lang="en-US" sz="2100" dirty="0"/>
          </a:p>
        </p:txBody>
      </p:sp>
      <p:sp>
        <p:nvSpPr>
          <p:cNvPr id="24" name="Shape 14"/>
          <p:cNvSpPr/>
          <p:nvPr/>
        </p:nvSpPr>
        <p:spPr>
          <a:xfrm>
            <a:off x="1095375" y="5728246"/>
            <a:ext cx="104775" cy="104775"/>
          </a:xfrm>
          <a:prstGeom prst="ellipse">
            <a:avLst/>
          </a:prstGeom>
          <a:solidFill>
            <a:srgbClr val="8726A0"/>
          </a:solidFill>
          <a:ln/>
        </p:spPr>
      </p:sp>
      <p:sp>
        <p:nvSpPr>
          <p:cNvPr id="25" name="Text 15"/>
          <p:cNvSpPr/>
          <p:nvPr/>
        </p:nvSpPr>
        <p:spPr>
          <a:xfrm>
            <a:off x="1371600" y="5613946"/>
            <a:ext cx="6229119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element — constraints or operating range.</a:t>
            </a:r>
            <a:endParaRPr lang="en-US" sz="2100" dirty="0"/>
          </a:p>
        </p:txBody>
      </p:sp>
      <p:sp>
        <p:nvSpPr>
          <p:cNvPr id="26" name="Shape 16"/>
          <p:cNvSpPr/>
          <p:nvPr/>
        </p:nvSpPr>
        <p:spPr>
          <a:xfrm>
            <a:off x="9353550" y="3295650"/>
            <a:ext cx="8248650" cy="5800725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9525">
            <a:solidFill>
              <a:srgbClr val="ECE4EE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9363075" y="3305175"/>
            <a:ext cx="8229600" cy="57150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8" name="Shape 18"/>
          <p:cNvSpPr/>
          <p:nvPr/>
        </p:nvSpPr>
        <p:spPr>
          <a:xfrm>
            <a:off x="9763125" y="37433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CAA32F">
              <a:alpha val="16000"/>
            </a:srgbClr>
          </a:solidFill>
          <a:ln/>
        </p:spPr>
      </p:sp>
      <p:sp>
        <p:nvSpPr>
          <p:cNvPr id="29" name="Text 19"/>
          <p:cNvSpPr/>
          <p:nvPr/>
        </p:nvSpPr>
        <p:spPr>
          <a:xfrm>
            <a:off x="9725025" y="37433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9A7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30" name="Text 20"/>
          <p:cNvSpPr/>
          <p:nvPr/>
        </p:nvSpPr>
        <p:spPr>
          <a:xfrm>
            <a:off x="10429875" y="3762375"/>
            <a:ext cx="322633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Strategy</a:t>
            </a:r>
            <a:endParaRPr lang="en-US" sz="2550" dirty="0"/>
          </a:p>
        </p:txBody>
      </p:sp>
      <p:sp>
        <p:nvSpPr>
          <p:cNvPr id="31" name="Shape 21"/>
          <p:cNvSpPr/>
          <p:nvPr/>
        </p:nvSpPr>
        <p:spPr>
          <a:xfrm>
            <a:off x="9763125" y="4600575"/>
            <a:ext cx="104775" cy="104775"/>
          </a:xfrm>
          <a:prstGeom prst="ellipse">
            <a:avLst/>
          </a:prstGeom>
          <a:solidFill>
            <a:srgbClr val="CAA32F"/>
          </a:solidFill>
          <a:ln/>
        </p:spPr>
      </p:sp>
      <p:sp>
        <p:nvSpPr>
          <p:cNvPr id="32" name="Text 22"/>
          <p:cNvSpPr/>
          <p:nvPr/>
        </p:nvSpPr>
        <p:spPr>
          <a:xfrm>
            <a:off x="10039350" y="4486275"/>
            <a:ext cx="5299487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controller or algorithm operates.</a:t>
            </a:r>
            <a:endParaRPr lang="en-US" sz="2100" dirty="0"/>
          </a:p>
        </p:txBody>
      </p:sp>
      <p:sp>
        <p:nvSpPr>
          <p:cNvPr id="33" name="Shape 23"/>
          <p:cNvSpPr/>
          <p:nvPr/>
        </p:nvSpPr>
        <p:spPr>
          <a:xfrm>
            <a:off x="9763125" y="5164410"/>
            <a:ext cx="104775" cy="104775"/>
          </a:xfrm>
          <a:prstGeom prst="ellipse">
            <a:avLst/>
          </a:prstGeom>
          <a:solidFill>
            <a:srgbClr val="CAA32F"/>
          </a:solidFill>
          <a:ln/>
        </p:spPr>
      </p:sp>
      <p:sp>
        <p:nvSpPr>
          <p:cNvPr id="34" name="Text 24"/>
          <p:cNvSpPr/>
          <p:nvPr/>
        </p:nvSpPr>
        <p:spPr>
          <a:xfrm>
            <a:off x="10039350" y="5050110"/>
            <a:ext cx="4875475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function or decision criteria.</a:t>
            </a:r>
            <a:endParaRPr lang="en-US" sz="2100" dirty="0"/>
          </a:p>
        </p:txBody>
      </p:sp>
      <p:sp>
        <p:nvSpPr>
          <p:cNvPr id="35" name="Shape 25"/>
          <p:cNvSpPr/>
          <p:nvPr/>
        </p:nvSpPr>
        <p:spPr>
          <a:xfrm>
            <a:off x="9763125" y="5728246"/>
            <a:ext cx="104775" cy="104775"/>
          </a:xfrm>
          <a:prstGeom prst="ellipse">
            <a:avLst/>
          </a:prstGeom>
          <a:solidFill>
            <a:srgbClr val="CAA32F"/>
          </a:solidFill>
          <a:ln/>
        </p:spPr>
      </p:sp>
      <p:sp>
        <p:nvSpPr>
          <p:cNvPr id="36" name="Text 26"/>
          <p:cNvSpPr/>
          <p:nvPr/>
        </p:nvSpPr>
        <p:spPr>
          <a:xfrm>
            <a:off x="10039350" y="5613946"/>
            <a:ext cx="5408191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 from the baseline.</a:t>
            </a:r>
            <a:endParaRPr lang="en-US" sz="2100" dirty="0"/>
          </a:p>
        </p:txBody>
      </p:sp>
      <p:sp>
        <p:nvSpPr>
          <p:cNvPr id="37" name="Shape 27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8" name="Shape 28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39" name="Text 29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40" name="Text 30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41" name="Text 31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tretch>
            <a:fillRect/>
          </a:stretch>
        </p:blipFill>
        <p:spPr>
          <a:xfrm>
            <a:off x="5238750" y="3341824"/>
            <a:ext cx="7810500" cy="3946252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685800" y="1533525"/>
            <a:ext cx="186080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· IMPLEMENTATION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685800" y="1890713"/>
            <a:ext cx="18608040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4500" dirty="0"/>
          </a:p>
        </p:txBody>
      </p:sp>
      <p:sp>
        <p:nvSpPr>
          <p:cNvPr id="14" name="Shape 4"/>
          <p:cNvSpPr/>
          <p:nvPr/>
        </p:nvSpPr>
        <p:spPr>
          <a:xfrm>
            <a:off x="685800" y="2924175"/>
            <a:ext cx="6858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Shape 5"/>
          <p:cNvSpPr/>
          <p:nvPr/>
        </p:nvSpPr>
        <p:spPr>
          <a:xfrm>
            <a:off x="685800" y="3295650"/>
            <a:ext cx="10248156" cy="5800725"/>
          </a:xfrm>
          <a:prstGeom prst="roundRect">
            <a:avLst>
              <a:gd name="adj" fmla="val 2956"/>
            </a:avLst>
          </a:prstGeom>
          <a:solidFill>
            <a:srgbClr val="EFE7F1"/>
          </a:solidFill>
          <a:ln w="19050">
            <a:solidFill>
              <a:srgbClr val="C9B6CF"/>
            </a:solidFill>
            <a:prstDash val="dash"/>
          </a:ln>
        </p:spPr>
      </p:sp>
      <p:sp>
        <p:nvSpPr>
          <p:cNvPr id="16" name="Text 6"/>
          <p:cNvSpPr/>
          <p:nvPr/>
        </p:nvSpPr>
        <p:spPr>
          <a:xfrm>
            <a:off x="3749055" y="6055519"/>
            <a:ext cx="453381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8A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▣ DROP FIGURE / PHOTO · 4:3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11391156" y="4694858"/>
            <a:ext cx="683206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 · Setup</a:t>
            </a:r>
            <a:endParaRPr lang="en-US" sz="2550" dirty="0"/>
          </a:p>
        </p:txBody>
      </p:sp>
      <p:sp>
        <p:nvSpPr>
          <p:cNvPr id="18" name="Text 8"/>
          <p:cNvSpPr/>
          <p:nvPr/>
        </p:nvSpPr>
        <p:spPr>
          <a:xfrm>
            <a:off x="11391156" y="5304458"/>
            <a:ext cx="639729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sentences describing what the figure shows and how to read it.</a:t>
            </a:r>
            <a:endParaRPr lang="en-US" sz="2100" dirty="0"/>
          </a:p>
        </p:txBody>
      </p:sp>
      <p:sp>
        <p:nvSpPr>
          <p:cNvPr id="19" name="Shape 9"/>
          <p:cNvSpPr/>
          <p:nvPr/>
        </p:nvSpPr>
        <p:spPr>
          <a:xfrm>
            <a:off x="11391156" y="6456983"/>
            <a:ext cx="104775" cy="104775"/>
          </a:xfrm>
          <a:prstGeom prst="ellipse">
            <a:avLst/>
          </a:prstGeom>
          <a:solidFill>
            <a:srgbClr val="8726A0"/>
          </a:solidFill>
          <a:ln/>
        </p:spPr>
      </p:sp>
      <p:sp>
        <p:nvSpPr>
          <p:cNvPr id="20" name="Text 10"/>
          <p:cNvSpPr/>
          <p:nvPr/>
        </p:nvSpPr>
        <p:spPr>
          <a:xfrm>
            <a:off x="11648331" y="6352208"/>
            <a:ext cx="302848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/ dataset detail</a:t>
            </a:r>
            <a:endParaRPr lang="en-US" sz="1950" dirty="0"/>
          </a:p>
        </p:txBody>
      </p:sp>
      <p:sp>
        <p:nvSpPr>
          <p:cNvPr id="21" name="Shape 11"/>
          <p:cNvSpPr/>
          <p:nvPr/>
        </p:nvSpPr>
        <p:spPr>
          <a:xfrm>
            <a:off x="11391156" y="6956078"/>
            <a:ext cx="104775" cy="104775"/>
          </a:xfrm>
          <a:prstGeom prst="ellipse">
            <a:avLst/>
          </a:prstGeom>
          <a:solidFill>
            <a:srgbClr val="8726A0"/>
          </a:solidFill>
          <a:ln/>
        </p:spPr>
      </p:sp>
      <p:sp>
        <p:nvSpPr>
          <p:cNvPr id="22" name="Text 12"/>
          <p:cNvSpPr/>
          <p:nvPr/>
        </p:nvSpPr>
        <p:spPr>
          <a:xfrm>
            <a:off x="11648331" y="6851303"/>
            <a:ext cx="322526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or configuration</a:t>
            </a:r>
            <a:endParaRPr lang="en-US" sz="1950" dirty="0"/>
          </a:p>
        </p:txBody>
      </p:sp>
      <p:sp>
        <p:nvSpPr>
          <p:cNvPr id="23" name="Shape 13"/>
          <p:cNvSpPr/>
          <p:nvPr/>
        </p:nvSpPr>
        <p:spPr>
          <a:xfrm>
            <a:off x="11391156" y="7455173"/>
            <a:ext cx="104775" cy="104775"/>
          </a:xfrm>
          <a:prstGeom prst="ellipse">
            <a:avLst/>
          </a:prstGeom>
          <a:solidFill>
            <a:srgbClr val="8726A0"/>
          </a:solidFill>
          <a:ln/>
        </p:spPr>
      </p:sp>
      <p:sp>
        <p:nvSpPr>
          <p:cNvPr id="24" name="Text 14"/>
          <p:cNvSpPr/>
          <p:nvPr/>
        </p:nvSpPr>
        <p:spPr>
          <a:xfrm>
            <a:off x="11648331" y="7350398"/>
            <a:ext cx="393651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or metric captured</a:t>
            </a:r>
            <a:endParaRPr lang="en-US" sz="1950" dirty="0"/>
          </a:p>
        </p:txBody>
      </p:sp>
      <p:sp>
        <p:nvSpPr>
          <p:cNvPr id="25" name="Shape 15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6" name="Shape 16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27" name="Text 17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28" name="Text 18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29" name="Text 19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11021">
                  <a:alpha val="100000"/>
                </a:srgbClr>
              </a:gs>
              <a:gs pos="100000">
                <a:srgbClr val="4A1655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2" name="Text 3"/>
          <p:cNvSpPr/>
          <p:nvPr/>
        </p:nvSpPr>
        <p:spPr>
          <a:xfrm>
            <a:off x="1143000" y="3823841"/>
            <a:ext cx="17602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9000" b="1" dirty="0">
                <a:solidFill>
                  <a:srgbClr val="CAA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000" dirty="0"/>
          </a:p>
        </p:txBody>
      </p:sp>
      <p:sp>
        <p:nvSpPr>
          <p:cNvPr id="13" name="Text 4"/>
          <p:cNvSpPr/>
          <p:nvPr/>
        </p:nvSpPr>
        <p:spPr>
          <a:xfrm>
            <a:off x="1143000" y="4471541"/>
            <a:ext cx="14912340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68"/>
              </a:lnSpc>
              <a:buNone/>
            </a:pPr>
            <a:r>
              <a:rPr lang="en-US" sz="4200" b="1" kern="0" spc="-3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a whole slide for the one claim, result or takeaway you most want the audience to remember.</a:t>
            </a:r>
            <a:endParaRPr lang="en-US" sz="4200" dirty="0"/>
          </a:p>
        </p:txBody>
      </p:sp>
      <p:sp>
        <p:nvSpPr>
          <p:cNvPr id="14" name="Shape 5"/>
          <p:cNvSpPr/>
          <p:nvPr/>
        </p:nvSpPr>
        <p:spPr>
          <a:xfrm>
            <a:off x="1143000" y="6239321"/>
            <a:ext cx="142875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Text 6"/>
          <p:cNvSpPr/>
          <p:nvPr/>
        </p:nvSpPr>
        <p:spPr>
          <a:xfrm>
            <a:off x="1143000" y="6496496"/>
            <a:ext cx="176022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Supporting attribution, source or brief context</a:t>
            </a:r>
            <a:endParaRPr lang="en-US" sz="2100" dirty="0"/>
          </a:p>
        </p:txBody>
      </p:sp>
      <p:sp>
        <p:nvSpPr>
          <p:cNvPr id="16" name="Shape 7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7" name="Shape 8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18" name="Text 9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19" name="Text 10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20" name="Text 11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tretch>
            <a:fillRect/>
          </a:stretch>
        </p:blipFill>
        <p:spPr>
          <a:xfrm>
            <a:off x="5238750" y="3341824"/>
            <a:ext cx="7810500" cy="3946252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685800" y="1533525"/>
            <a:ext cx="186080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· RESULTS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685800" y="1890713"/>
            <a:ext cx="18608040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4500" dirty="0"/>
          </a:p>
        </p:txBody>
      </p:sp>
      <p:sp>
        <p:nvSpPr>
          <p:cNvPr id="14" name="Shape 4"/>
          <p:cNvSpPr/>
          <p:nvPr/>
        </p:nvSpPr>
        <p:spPr>
          <a:xfrm>
            <a:off x="685800" y="2924175"/>
            <a:ext cx="6858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Shape 5"/>
          <p:cNvSpPr/>
          <p:nvPr/>
        </p:nvSpPr>
        <p:spPr>
          <a:xfrm>
            <a:off x="685800" y="3314700"/>
            <a:ext cx="5410200" cy="5781675"/>
          </a:xfrm>
          <a:prstGeom prst="roundRect">
            <a:avLst>
              <a:gd name="adj" fmla="val 3873"/>
            </a:avLst>
          </a:prstGeom>
          <a:solidFill>
            <a:srgbClr val="FFFFFF"/>
          </a:solidFill>
          <a:ln w="9525">
            <a:solidFill>
              <a:srgbClr val="ECE4EE"/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695325" y="3324225"/>
            <a:ext cx="5391150" cy="57150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7" name="Text 7"/>
          <p:cNvSpPr/>
          <p:nvPr/>
        </p:nvSpPr>
        <p:spPr>
          <a:xfrm>
            <a:off x="1076325" y="5181154"/>
            <a:ext cx="50920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11"/>
              </a:lnSpc>
              <a:buNone/>
            </a:pPr>
            <a:r>
              <a:rPr lang="en-US" sz="7200" b="1" kern="0" spc="-225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7200" dirty="0"/>
          </a:p>
        </p:txBody>
      </p:sp>
      <p:sp>
        <p:nvSpPr>
          <p:cNvPr id="18" name="Shape 8"/>
          <p:cNvSpPr/>
          <p:nvPr/>
        </p:nvSpPr>
        <p:spPr>
          <a:xfrm>
            <a:off x="1076325" y="6305104"/>
            <a:ext cx="5334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9" name="Text 9"/>
          <p:cNvSpPr/>
          <p:nvPr/>
        </p:nvSpPr>
        <p:spPr>
          <a:xfrm>
            <a:off x="1076325" y="6562279"/>
            <a:ext cx="50920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grid losses</a:t>
            </a:r>
            <a:endParaRPr lang="en-US" sz="2250" dirty="0"/>
          </a:p>
        </p:txBody>
      </p:sp>
      <p:sp>
        <p:nvSpPr>
          <p:cNvPr id="20" name="Text 10"/>
          <p:cNvSpPr/>
          <p:nvPr/>
        </p:nvSpPr>
        <p:spPr>
          <a:xfrm>
            <a:off x="1076325" y="6967091"/>
            <a:ext cx="509206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versus the conventional baseline controller.</a:t>
            </a:r>
            <a:endParaRPr lang="en-US" sz="1800" dirty="0"/>
          </a:p>
        </p:txBody>
      </p:sp>
      <p:sp>
        <p:nvSpPr>
          <p:cNvPr id="21" name="Shape 11"/>
          <p:cNvSpPr/>
          <p:nvPr/>
        </p:nvSpPr>
        <p:spPr>
          <a:xfrm>
            <a:off x="6438900" y="3314700"/>
            <a:ext cx="5410200" cy="5781675"/>
          </a:xfrm>
          <a:prstGeom prst="roundRect">
            <a:avLst>
              <a:gd name="adj" fmla="val 3873"/>
            </a:avLst>
          </a:prstGeom>
          <a:solidFill>
            <a:srgbClr val="FFFFFF"/>
          </a:solidFill>
          <a:ln w="9525">
            <a:solidFill>
              <a:srgbClr val="ECE4EE"/>
            </a:solidFill>
            <a:prstDash val="solid"/>
          </a:ln>
        </p:spPr>
      </p:sp>
      <p:sp>
        <p:nvSpPr>
          <p:cNvPr id="22" name="Shape 12"/>
          <p:cNvSpPr/>
          <p:nvPr/>
        </p:nvSpPr>
        <p:spPr>
          <a:xfrm>
            <a:off x="6448425" y="3324225"/>
            <a:ext cx="5391150" cy="57150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3" name="Text 13"/>
          <p:cNvSpPr/>
          <p:nvPr/>
        </p:nvSpPr>
        <p:spPr>
          <a:xfrm>
            <a:off x="6829425" y="5181154"/>
            <a:ext cx="50920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11"/>
              </a:lnSpc>
              <a:buNone/>
            </a:pPr>
            <a:r>
              <a:rPr lang="en-US" sz="7200" b="1" kern="0" spc="-225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7200" dirty="0"/>
          </a:p>
        </p:txBody>
      </p:sp>
      <p:sp>
        <p:nvSpPr>
          <p:cNvPr id="24" name="Shape 14"/>
          <p:cNvSpPr/>
          <p:nvPr/>
        </p:nvSpPr>
        <p:spPr>
          <a:xfrm>
            <a:off x="6829425" y="6305104"/>
            <a:ext cx="5334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5" name="Text 15"/>
          <p:cNvSpPr/>
          <p:nvPr/>
        </p:nvSpPr>
        <p:spPr>
          <a:xfrm>
            <a:off x="6829425" y="6562279"/>
            <a:ext cx="50920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accuracy</a:t>
            </a:r>
            <a:endParaRPr lang="en-US" sz="2250" dirty="0"/>
          </a:p>
        </p:txBody>
      </p:sp>
      <p:sp>
        <p:nvSpPr>
          <p:cNvPr id="26" name="Text 16"/>
          <p:cNvSpPr/>
          <p:nvPr/>
        </p:nvSpPr>
        <p:spPr>
          <a:xfrm>
            <a:off x="6829425" y="6967091"/>
            <a:ext cx="509206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held-out validation dataset.</a:t>
            </a:r>
            <a:endParaRPr lang="en-US" sz="1800" dirty="0"/>
          </a:p>
        </p:txBody>
      </p:sp>
      <p:sp>
        <p:nvSpPr>
          <p:cNvPr id="27" name="Shape 17"/>
          <p:cNvSpPr/>
          <p:nvPr/>
        </p:nvSpPr>
        <p:spPr>
          <a:xfrm>
            <a:off x="12192000" y="3314700"/>
            <a:ext cx="5410200" cy="5781675"/>
          </a:xfrm>
          <a:prstGeom prst="roundRect">
            <a:avLst>
              <a:gd name="adj" fmla="val 3873"/>
            </a:avLst>
          </a:prstGeom>
          <a:solidFill>
            <a:srgbClr val="FFFFFF"/>
          </a:solidFill>
          <a:ln w="9525">
            <a:solidFill>
              <a:srgbClr val="ECE4EE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12201525" y="3324225"/>
            <a:ext cx="5391150" cy="57150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9" name="Text 19"/>
          <p:cNvSpPr/>
          <p:nvPr/>
        </p:nvSpPr>
        <p:spPr>
          <a:xfrm>
            <a:off x="12582525" y="5181154"/>
            <a:ext cx="50920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111"/>
              </a:lnSpc>
              <a:buNone/>
            </a:pPr>
            <a:r>
              <a:rPr lang="en-US" sz="7200" b="1" kern="0" spc="-225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r>
              <a:rPr lang="en-US" sz="3900" b="1" kern="0" spc="-225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200" dirty="0"/>
          </a:p>
        </p:txBody>
      </p:sp>
      <p:sp>
        <p:nvSpPr>
          <p:cNvPr id="30" name="Shape 20"/>
          <p:cNvSpPr/>
          <p:nvPr/>
        </p:nvSpPr>
        <p:spPr>
          <a:xfrm>
            <a:off x="12582525" y="6305104"/>
            <a:ext cx="5334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1" name="Text 21"/>
          <p:cNvSpPr/>
          <p:nvPr/>
        </p:nvSpPr>
        <p:spPr>
          <a:xfrm>
            <a:off x="12582525" y="6562279"/>
            <a:ext cx="50920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2250" dirty="0"/>
          </a:p>
        </p:txBody>
      </p:sp>
      <p:sp>
        <p:nvSpPr>
          <p:cNvPr id="32" name="Text 22"/>
          <p:cNvSpPr/>
          <p:nvPr/>
        </p:nvSpPr>
        <p:spPr>
          <a:xfrm>
            <a:off x="12582525" y="6967091"/>
            <a:ext cx="509206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reach steady state after a disturbance.</a:t>
            </a:r>
            <a:endParaRPr lang="en-US" sz="1800" dirty="0"/>
          </a:p>
        </p:txBody>
      </p:sp>
      <p:sp>
        <p:nvSpPr>
          <p:cNvPr id="33" name="Shape 23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4" name="Shape 24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35" name="Text 25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36" name="Text 26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37" name="Text 27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tretch>
            <a:fillRect/>
          </a:stretch>
        </p:blipFill>
        <p:spPr>
          <a:xfrm>
            <a:off x="5238750" y="3341824"/>
            <a:ext cx="7810500" cy="3946252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685800" y="1533525"/>
            <a:ext cx="186080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· RESULTS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685800" y="1890713"/>
            <a:ext cx="18608040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</a:t>
            </a:r>
            <a:endParaRPr lang="en-US" sz="4500" dirty="0"/>
          </a:p>
        </p:txBody>
      </p:sp>
      <p:sp>
        <p:nvSpPr>
          <p:cNvPr id="14" name="Shape 4"/>
          <p:cNvSpPr/>
          <p:nvPr/>
        </p:nvSpPr>
        <p:spPr>
          <a:xfrm>
            <a:off x="685800" y="2924175"/>
            <a:ext cx="6858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Shape 5"/>
          <p:cNvSpPr/>
          <p:nvPr/>
        </p:nvSpPr>
        <p:spPr>
          <a:xfrm>
            <a:off x="685800" y="4374356"/>
            <a:ext cx="16916400" cy="728663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16" name="Text 6"/>
          <p:cNvSpPr/>
          <p:nvPr/>
        </p:nvSpPr>
        <p:spPr>
          <a:xfrm>
            <a:off x="971550" y="4583906"/>
            <a:ext cx="3537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2100" dirty="0"/>
          </a:p>
        </p:txBody>
      </p:sp>
      <p:sp>
        <p:nvSpPr>
          <p:cNvPr id="17" name="Text 7"/>
          <p:cNvSpPr/>
          <p:nvPr/>
        </p:nvSpPr>
        <p:spPr>
          <a:xfrm>
            <a:off x="4869761" y="4583906"/>
            <a:ext cx="25674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2100" dirty="0"/>
          </a:p>
        </p:txBody>
      </p:sp>
      <p:sp>
        <p:nvSpPr>
          <p:cNvPr id="18" name="Text 8"/>
          <p:cNvSpPr/>
          <p:nvPr/>
        </p:nvSpPr>
        <p:spPr>
          <a:xfrm>
            <a:off x="7894329" y="4583906"/>
            <a:ext cx="335402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(ms)</a:t>
            </a:r>
            <a:endParaRPr lang="en-US" sz="2100" dirty="0"/>
          </a:p>
        </p:txBody>
      </p:sp>
      <p:sp>
        <p:nvSpPr>
          <p:cNvPr id="19" name="Text 9"/>
          <p:cNvSpPr/>
          <p:nvPr/>
        </p:nvSpPr>
        <p:spPr>
          <a:xfrm>
            <a:off x="11716222" y="4583906"/>
            <a:ext cx="298658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 (M)</a:t>
            </a:r>
            <a:endParaRPr lang="en-US" sz="2100" dirty="0"/>
          </a:p>
        </p:txBody>
      </p:sp>
      <p:sp>
        <p:nvSpPr>
          <p:cNvPr id="20" name="Text 10"/>
          <p:cNvSpPr/>
          <p:nvPr/>
        </p:nvSpPr>
        <p:spPr>
          <a:xfrm>
            <a:off x="15195896" y="4583906"/>
            <a:ext cx="212055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2100" dirty="0"/>
          </a:p>
        </p:txBody>
      </p:sp>
      <p:sp>
        <p:nvSpPr>
          <p:cNvPr id="21" name="Shape 11"/>
          <p:cNvSpPr/>
          <p:nvPr/>
        </p:nvSpPr>
        <p:spPr>
          <a:xfrm>
            <a:off x="685800" y="5103019"/>
            <a:ext cx="16916400" cy="700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2"/>
          <p:cNvSpPr/>
          <p:nvPr/>
        </p:nvSpPr>
        <p:spPr>
          <a:xfrm>
            <a:off x="685800" y="5793581"/>
            <a:ext cx="3989636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23" name="Text 13"/>
          <p:cNvSpPr/>
          <p:nvPr/>
        </p:nvSpPr>
        <p:spPr>
          <a:xfrm>
            <a:off x="971550" y="5293519"/>
            <a:ext cx="3537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CNN</a:t>
            </a:r>
            <a:endParaRPr lang="en-US" sz="2100" dirty="0"/>
          </a:p>
        </p:txBody>
      </p:sp>
      <p:sp>
        <p:nvSpPr>
          <p:cNvPr id="24" name="Shape 14"/>
          <p:cNvSpPr/>
          <p:nvPr/>
        </p:nvSpPr>
        <p:spPr>
          <a:xfrm>
            <a:off x="4675436" y="5793581"/>
            <a:ext cx="3047479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25" name="Text 15"/>
          <p:cNvSpPr/>
          <p:nvPr/>
        </p:nvSpPr>
        <p:spPr>
          <a:xfrm>
            <a:off x="4869761" y="5293519"/>
            <a:ext cx="25674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2100" dirty="0"/>
          </a:p>
        </p:txBody>
      </p:sp>
      <p:sp>
        <p:nvSpPr>
          <p:cNvPr id="26" name="Shape 16"/>
          <p:cNvSpPr/>
          <p:nvPr/>
        </p:nvSpPr>
        <p:spPr>
          <a:xfrm>
            <a:off x="7722915" y="5793581"/>
            <a:ext cx="3811191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27" name="Text 17"/>
          <p:cNvSpPr/>
          <p:nvPr/>
        </p:nvSpPr>
        <p:spPr>
          <a:xfrm>
            <a:off x="7894329" y="5293519"/>
            <a:ext cx="335402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2100" dirty="0"/>
          </a:p>
        </p:txBody>
      </p:sp>
      <p:sp>
        <p:nvSpPr>
          <p:cNvPr id="28" name="Shape 18"/>
          <p:cNvSpPr/>
          <p:nvPr/>
        </p:nvSpPr>
        <p:spPr>
          <a:xfrm>
            <a:off x="11534105" y="5793581"/>
            <a:ext cx="345445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29" name="Text 19"/>
          <p:cNvSpPr/>
          <p:nvPr/>
        </p:nvSpPr>
        <p:spPr>
          <a:xfrm>
            <a:off x="11716222" y="5293519"/>
            <a:ext cx="298658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</a:t>
            </a:r>
            <a:endParaRPr lang="en-US" sz="2100" dirty="0"/>
          </a:p>
        </p:txBody>
      </p:sp>
      <p:sp>
        <p:nvSpPr>
          <p:cNvPr id="30" name="Shape 20"/>
          <p:cNvSpPr/>
          <p:nvPr/>
        </p:nvSpPr>
        <p:spPr>
          <a:xfrm>
            <a:off x="14988555" y="5793581"/>
            <a:ext cx="2613645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31" name="Text 21"/>
          <p:cNvSpPr/>
          <p:nvPr/>
        </p:nvSpPr>
        <p:spPr>
          <a:xfrm>
            <a:off x="15195896" y="5293519"/>
            <a:ext cx="212055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100" dirty="0"/>
          </a:p>
        </p:txBody>
      </p:sp>
      <p:sp>
        <p:nvSpPr>
          <p:cNvPr id="32" name="Shape 22"/>
          <p:cNvSpPr/>
          <p:nvPr/>
        </p:nvSpPr>
        <p:spPr>
          <a:xfrm>
            <a:off x="685800" y="5803106"/>
            <a:ext cx="16916400" cy="700088"/>
          </a:xfrm>
          <a:prstGeom prst="rect">
            <a:avLst/>
          </a:prstGeom>
          <a:solidFill>
            <a:srgbClr val="F3ECF5"/>
          </a:solidFill>
          <a:ln/>
        </p:spPr>
      </p:sp>
      <p:sp>
        <p:nvSpPr>
          <p:cNvPr id="33" name="Shape 23"/>
          <p:cNvSpPr/>
          <p:nvPr/>
        </p:nvSpPr>
        <p:spPr>
          <a:xfrm>
            <a:off x="685800" y="6493669"/>
            <a:ext cx="3989636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34" name="Text 24"/>
          <p:cNvSpPr/>
          <p:nvPr/>
        </p:nvSpPr>
        <p:spPr>
          <a:xfrm>
            <a:off x="971550" y="5993606"/>
            <a:ext cx="3537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ResNet-50</a:t>
            </a:r>
            <a:endParaRPr lang="en-US" sz="2100" dirty="0"/>
          </a:p>
        </p:txBody>
      </p:sp>
      <p:sp>
        <p:nvSpPr>
          <p:cNvPr id="35" name="Shape 25"/>
          <p:cNvSpPr/>
          <p:nvPr/>
        </p:nvSpPr>
        <p:spPr>
          <a:xfrm>
            <a:off x="4675436" y="6493669"/>
            <a:ext cx="3047479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36" name="Text 26"/>
          <p:cNvSpPr/>
          <p:nvPr/>
        </p:nvSpPr>
        <p:spPr>
          <a:xfrm>
            <a:off x="4869761" y="5993606"/>
            <a:ext cx="25674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94.5%</a:t>
            </a:r>
            <a:endParaRPr lang="en-US" sz="2100" dirty="0"/>
          </a:p>
        </p:txBody>
      </p:sp>
      <p:sp>
        <p:nvSpPr>
          <p:cNvPr id="37" name="Shape 27"/>
          <p:cNvSpPr/>
          <p:nvPr/>
        </p:nvSpPr>
        <p:spPr>
          <a:xfrm>
            <a:off x="7722915" y="6493669"/>
            <a:ext cx="3811191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38" name="Text 28"/>
          <p:cNvSpPr/>
          <p:nvPr/>
        </p:nvSpPr>
        <p:spPr>
          <a:xfrm>
            <a:off x="7894329" y="5993606"/>
            <a:ext cx="335402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2100" dirty="0"/>
          </a:p>
        </p:txBody>
      </p:sp>
      <p:sp>
        <p:nvSpPr>
          <p:cNvPr id="39" name="Shape 29"/>
          <p:cNvSpPr/>
          <p:nvPr/>
        </p:nvSpPr>
        <p:spPr>
          <a:xfrm>
            <a:off x="11534105" y="6493669"/>
            <a:ext cx="345445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40" name="Text 30"/>
          <p:cNvSpPr/>
          <p:nvPr/>
        </p:nvSpPr>
        <p:spPr>
          <a:xfrm>
            <a:off x="11716222" y="5993606"/>
            <a:ext cx="298658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</a:t>
            </a:r>
            <a:endParaRPr lang="en-US" sz="2100" dirty="0"/>
          </a:p>
        </p:txBody>
      </p:sp>
      <p:sp>
        <p:nvSpPr>
          <p:cNvPr id="41" name="Shape 31"/>
          <p:cNvSpPr/>
          <p:nvPr/>
        </p:nvSpPr>
        <p:spPr>
          <a:xfrm>
            <a:off x="14988555" y="6493669"/>
            <a:ext cx="2613645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42" name="Text 32"/>
          <p:cNvSpPr/>
          <p:nvPr/>
        </p:nvSpPr>
        <p:spPr>
          <a:xfrm>
            <a:off x="15195896" y="5993606"/>
            <a:ext cx="212055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100" dirty="0"/>
          </a:p>
        </p:txBody>
      </p:sp>
      <p:sp>
        <p:nvSpPr>
          <p:cNvPr id="43" name="Shape 33"/>
          <p:cNvSpPr/>
          <p:nvPr/>
        </p:nvSpPr>
        <p:spPr>
          <a:xfrm>
            <a:off x="685800" y="6503194"/>
            <a:ext cx="16916400" cy="700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4"/>
          <p:cNvSpPr/>
          <p:nvPr/>
        </p:nvSpPr>
        <p:spPr>
          <a:xfrm>
            <a:off x="685800" y="7193756"/>
            <a:ext cx="3989636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45" name="Text 35"/>
          <p:cNvSpPr/>
          <p:nvPr/>
        </p:nvSpPr>
        <p:spPr>
          <a:xfrm>
            <a:off x="971550" y="6693694"/>
            <a:ext cx="35378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2100" dirty="0"/>
          </a:p>
        </p:txBody>
      </p:sp>
      <p:sp>
        <p:nvSpPr>
          <p:cNvPr id="46" name="Shape 36"/>
          <p:cNvSpPr/>
          <p:nvPr/>
        </p:nvSpPr>
        <p:spPr>
          <a:xfrm>
            <a:off x="4675436" y="7193756"/>
            <a:ext cx="3047479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47" name="Text 37"/>
          <p:cNvSpPr/>
          <p:nvPr/>
        </p:nvSpPr>
        <p:spPr>
          <a:xfrm>
            <a:off x="4869761" y="6693694"/>
            <a:ext cx="25674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96.1%</a:t>
            </a:r>
            <a:endParaRPr lang="en-US" sz="2100" dirty="0"/>
          </a:p>
        </p:txBody>
      </p:sp>
      <p:sp>
        <p:nvSpPr>
          <p:cNvPr id="48" name="Shape 38"/>
          <p:cNvSpPr/>
          <p:nvPr/>
        </p:nvSpPr>
        <p:spPr>
          <a:xfrm>
            <a:off x="7722915" y="7193756"/>
            <a:ext cx="3811191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49" name="Text 39"/>
          <p:cNvSpPr/>
          <p:nvPr/>
        </p:nvSpPr>
        <p:spPr>
          <a:xfrm>
            <a:off x="7894329" y="6693694"/>
            <a:ext cx="335402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100" dirty="0"/>
          </a:p>
        </p:txBody>
      </p:sp>
      <p:sp>
        <p:nvSpPr>
          <p:cNvPr id="50" name="Shape 40"/>
          <p:cNvSpPr/>
          <p:nvPr/>
        </p:nvSpPr>
        <p:spPr>
          <a:xfrm>
            <a:off x="11534105" y="7193756"/>
            <a:ext cx="3454450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51" name="Text 41"/>
          <p:cNvSpPr/>
          <p:nvPr/>
        </p:nvSpPr>
        <p:spPr>
          <a:xfrm>
            <a:off x="11716222" y="6693694"/>
            <a:ext cx="298658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41.0</a:t>
            </a:r>
            <a:endParaRPr lang="en-US" sz="2100" dirty="0"/>
          </a:p>
        </p:txBody>
      </p:sp>
      <p:sp>
        <p:nvSpPr>
          <p:cNvPr id="52" name="Shape 42"/>
          <p:cNvSpPr/>
          <p:nvPr/>
        </p:nvSpPr>
        <p:spPr>
          <a:xfrm>
            <a:off x="14988555" y="7193756"/>
            <a:ext cx="2613645" cy="9525"/>
          </a:xfrm>
          <a:prstGeom prst="rect">
            <a:avLst/>
          </a:prstGeom>
          <a:solidFill>
            <a:srgbClr val="ECE4EE"/>
          </a:solidFill>
          <a:ln/>
        </p:spPr>
      </p:sp>
      <p:sp>
        <p:nvSpPr>
          <p:cNvPr id="53" name="Text 43"/>
          <p:cNvSpPr/>
          <p:nvPr/>
        </p:nvSpPr>
        <p:spPr>
          <a:xfrm>
            <a:off x="15195896" y="6693694"/>
            <a:ext cx="212055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3A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100" dirty="0"/>
          </a:p>
        </p:txBody>
      </p:sp>
      <p:sp>
        <p:nvSpPr>
          <p:cNvPr id="54" name="Shape 44"/>
          <p:cNvSpPr/>
          <p:nvPr/>
        </p:nvSpPr>
        <p:spPr>
          <a:xfrm>
            <a:off x="685800" y="7203281"/>
            <a:ext cx="16916400" cy="795338"/>
          </a:xfrm>
          <a:prstGeom prst="rect">
            <a:avLst/>
          </a:prstGeom>
          <a:solidFill>
            <a:srgbClr val="8726A0">
              <a:alpha val="10000"/>
            </a:srgbClr>
          </a:solidFill>
          <a:ln/>
        </p:spPr>
      </p:sp>
      <p:sp>
        <p:nvSpPr>
          <p:cNvPr id="55" name="Shape 45"/>
          <p:cNvSpPr/>
          <p:nvPr/>
        </p:nvSpPr>
        <p:spPr>
          <a:xfrm>
            <a:off x="685800" y="7203281"/>
            <a:ext cx="47625" cy="795338"/>
          </a:xfrm>
          <a:prstGeom prst="rect">
            <a:avLst/>
          </a:prstGeom>
          <a:solidFill>
            <a:srgbClr val="CAA32F"/>
          </a:solidFill>
          <a:ln/>
        </p:spPr>
      </p:sp>
      <p:sp>
        <p:nvSpPr>
          <p:cNvPr id="56" name="Text 46"/>
          <p:cNvSpPr/>
          <p:nvPr/>
        </p:nvSpPr>
        <p:spPr>
          <a:xfrm>
            <a:off x="1019175" y="7412831"/>
            <a:ext cx="34902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2100" dirty="0"/>
          </a:p>
        </p:txBody>
      </p:sp>
      <p:sp>
        <p:nvSpPr>
          <p:cNvPr id="57" name="Text 47"/>
          <p:cNvSpPr/>
          <p:nvPr/>
        </p:nvSpPr>
        <p:spPr>
          <a:xfrm>
            <a:off x="4869761" y="7412831"/>
            <a:ext cx="256740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2100" dirty="0"/>
          </a:p>
        </p:txBody>
      </p:sp>
      <p:sp>
        <p:nvSpPr>
          <p:cNvPr id="58" name="Text 48"/>
          <p:cNvSpPr/>
          <p:nvPr/>
        </p:nvSpPr>
        <p:spPr>
          <a:xfrm>
            <a:off x="7894329" y="7412831"/>
            <a:ext cx="3354026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100" dirty="0"/>
          </a:p>
        </p:txBody>
      </p:sp>
      <p:sp>
        <p:nvSpPr>
          <p:cNvPr id="59" name="Text 49"/>
          <p:cNvSpPr/>
          <p:nvPr/>
        </p:nvSpPr>
        <p:spPr>
          <a:xfrm>
            <a:off x="11716222" y="7412831"/>
            <a:ext cx="298658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</a:t>
            </a:r>
            <a:endParaRPr lang="en-US" sz="2100" dirty="0"/>
          </a:p>
        </p:txBody>
      </p:sp>
      <p:sp>
        <p:nvSpPr>
          <p:cNvPr id="60" name="Text 50"/>
          <p:cNvSpPr/>
          <p:nvPr/>
        </p:nvSpPr>
        <p:spPr>
          <a:xfrm>
            <a:off x="15195896" y="7412831"/>
            <a:ext cx="212055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100" dirty="0"/>
          </a:p>
        </p:txBody>
      </p:sp>
      <p:sp>
        <p:nvSpPr>
          <p:cNvPr id="61" name="Shape 51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62" name="Shape 52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63" name="Text 53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64" name="Text 54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65" name="Text 55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tretch>
            <a:fillRect/>
          </a:stretch>
        </p:blipFill>
        <p:spPr>
          <a:xfrm>
            <a:off x="5238750" y="3341824"/>
            <a:ext cx="7810500" cy="3946252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685800" y="1533525"/>
            <a:ext cx="186080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 &amp; CONTRIBUTORS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685800" y="1890713"/>
            <a:ext cx="18608040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Team</a:t>
            </a:r>
            <a:endParaRPr lang="en-US" sz="4500" dirty="0"/>
          </a:p>
        </p:txBody>
      </p:sp>
      <p:sp>
        <p:nvSpPr>
          <p:cNvPr id="14" name="Shape 4"/>
          <p:cNvSpPr/>
          <p:nvPr/>
        </p:nvSpPr>
        <p:spPr>
          <a:xfrm>
            <a:off x="685800" y="2924175"/>
            <a:ext cx="6858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5" name="Shape 5"/>
          <p:cNvSpPr/>
          <p:nvPr/>
        </p:nvSpPr>
        <p:spPr>
          <a:xfrm>
            <a:off x="685800" y="4514627"/>
            <a:ext cx="4000500" cy="3381821"/>
          </a:xfrm>
          <a:prstGeom prst="roundRect">
            <a:avLst>
              <a:gd name="adj" fmla="val 6196"/>
            </a:avLst>
          </a:prstGeom>
          <a:solidFill>
            <a:srgbClr val="FFFFFF"/>
          </a:solidFill>
          <a:ln w="9525">
            <a:solidFill>
              <a:srgbClr val="ECE4EE"/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695325" y="4524152"/>
            <a:ext cx="3981450" cy="57150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7" name="Shape 7"/>
          <p:cNvSpPr/>
          <p:nvPr/>
        </p:nvSpPr>
        <p:spPr>
          <a:xfrm>
            <a:off x="2066925" y="4962302"/>
            <a:ext cx="1238250" cy="1238250"/>
          </a:xfrm>
          <a:prstGeom prst="ellipse">
            <a:avLst/>
          </a:prstGeom>
          <a:solidFill>
            <a:srgbClr val="EFE7F1"/>
          </a:solidFill>
          <a:ln/>
        </p:spPr>
      </p:sp>
      <p:sp>
        <p:nvSpPr>
          <p:cNvPr id="18" name="Text 8"/>
          <p:cNvSpPr/>
          <p:nvPr/>
        </p:nvSpPr>
        <p:spPr>
          <a:xfrm>
            <a:off x="2386087" y="5469508"/>
            <a:ext cx="5999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8A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</a:t>
            </a:r>
            <a:endParaRPr lang="en-US" sz="1500" dirty="0"/>
          </a:p>
        </p:txBody>
      </p:sp>
      <p:sp>
        <p:nvSpPr>
          <p:cNvPr id="19" name="Text 9"/>
          <p:cNvSpPr/>
          <p:nvPr/>
        </p:nvSpPr>
        <p:spPr>
          <a:xfrm>
            <a:off x="1718355" y="6429152"/>
            <a:ext cx="1935391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One</a:t>
            </a:r>
            <a:endParaRPr lang="en-US" sz="2250" dirty="0"/>
          </a:p>
        </p:txBody>
      </p:sp>
      <p:sp>
        <p:nvSpPr>
          <p:cNvPr id="20" name="Text 10"/>
          <p:cNvSpPr/>
          <p:nvPr/>
        </p:nvSpPr>
        <p:spPr>
          <a:xfrm>
            <a:off x="1950333" y="6891114"/>
            <a:ext cx="14714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Author</a:t>
            </a:r>
            <a:endParaRPr lang="en-US" sz="1800" dirty="0"/>
          </a:p>
        </p:txBody>
      </p:sp>
      <p:sp>
        <p:nvSpPr>
          <p:cNvPr id="21" name="Text 11"/>
          <p:cNvSpPr/>
          <p:nvPr/>
        </p:nvSpPr>
        <p:spPr>
          <a:xfrm>
            <a:off x="1473774" y="7210202"/>
            <a:ext cx="2424477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25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Department, Institution</a:t>
            </a:r>
            <a:endParaRPr lang="en-US" sz="1725" dirty="0"/>
          </a:p>
        </p:txBody>
      </p:sp>
      <p:sp>
        <p:nvSpPr>
          <p:cNvPr id="22" name="Shape 12"/>
          <p:cNvSpPr/>
          <p:nvPr/>
        </p:nvSpPr>
        <p:spPr>
          <a:xfrm>
            <a:off x="4991100" y="4514627"/>
            <a:ext cx="4000500" cy="3381821"/>
          </a:xfrm>
          <a:prstGeom prst="roundRect">
            <a:avLst>
              <a:gd name="adj" fmla="val 6196"/>
            </a:avLst>
          </a:prstGeom>
          <a:solidFill>
            <a:srgbClr val="FFFFFF"/>
          </a:solidFill>
          <a:ln w="9525">
            <a:solidFill>
              <a:srgbClr val="ECE4EE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5000625" y="4524152"/>
            <a:ext cx="3981450" cy="57150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4" name="Shape 14"/>
          <p:cNvSpPr/>
          <p:nvPr/>
        </p:nvSpPr>
        <p:spPr>
          <a:xfrm>
            <a:off x="6372225" y="4962302"/>
            <a:ext cx="1238250" cy="1238250"/>
          </a:xfrm>
          <a:prstGeom prst="ellipse">
            <a:avLst/>
          </a:prstGeom>
          <a:solidFill>
            <a:srgbClr val="EFE7F1"/>
          </a:solidFill>
          <a:ln/>
        </p:spPr>
      </p:sp>
      <p:sp>
        <p:nvSpPr>
          <p:cNvPr id="25" name="Text 15"/>
          <p:cNvSpPr/>
          <p:nvPr/>
        </p:nvSpPr>
        <p:spPr>
          <a:xfrm>
            <a:off x="6691387" y="5469508"/>
            <a:ext cx="5999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8A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6001721" y="6429152"/>
            <a:ext cx="1979183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Two</a:t>
            </a:r>
            <a:endParaRPr lang="en-US" sz="2250" dirty="0"/>
          </a:p>
        </p:txBody>
      </p:sp>
      <p:sp>
        <p:nvSpPr>
          <p:cNvPr id="27" name="Text 17"/>
          <p:cNvSpPr/>
          <p:nvPr/>
        </p:nvSpPr>
        <p:spPr>
          <a:xfrm>
            <a:off x="6388224" y="6891114"/>
            <a:ext cx="120617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Co-Author</a:t>
            </a:r>
            <a:endParaRPr lang="en-US" sz="1800" dirty="0"/>
          </a:p>
        </p:txBody>
      </p:sp>
      <p:sp>
        <p:nvSpPr>
          <p:cNvPr id="28" name="Text 18"/>
          <p:cNvSpPr/>
          <p:nvPr/>
        </p:nvSpPr>
        <p:spPr>
          <a:xfrm>
            <a:off x="5779074" y="7210202"/>
            <a:ext cx="2424477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25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Department, Institution</a:t>
            </a:r>
            <a:endParaRPr lang="en-US" sz="1725" dirty="0"/>
          </a:p>
        </p:txBody>
      </p:sp>
      <p:sp>
        <p:nvSpPr>
          <p:cNvPr id="29" name="Shape 19"/>
          <p:cNvSpPr/>
          <p:nvPr/>
        </p:nvSpPr>
        <p:spPr>
          <a:xfrm>
            <a:off x="9296400" y="4514627"/>
            <a:ext cx="4000500" cy="3381821"/>
          </a:xfrm>
          <a:prstGeom prst="roundRect">
            <a:avLst>
              <a:gd name="adj" fmla="val 6196"/>
            </a:avLst>
          </a:prstGeom>
          <a:solidFill>
            <a:srgbClr val="FFFFFF"/>
          </a:solidFill>
          <a:ln w="9525">
            <a:solidFill>
              <a:srgbClr val="ECE4EE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9305925" y="4524152"/>
            <a:ext cx="3981450" cy="57150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1" name="Shape 21"/>
          <p:cNvSpPr/>
          <p:nvPr/>
        </p:nvSpPr>
        <p:spPr>
          <a:xfrm>
            <a:off x="10677525" y="4962302"/>
            <a:ext cx="1238250" cy="1238250"/>
          </a:xfrm>
          <a:prstGeom prst="ellipse">
            <a:avLst/>
          </a:prstGeom>
          <a:solidFill>
            <a:srgbClr val="EFE7F1"/>
          </a:solidFill>
          <a:ln/>
        </p:spPr>
      </p:sp>
      <p:sp>
        <p:nvSpPr>
          <p:cNvPr id="32" name="Text 22"/>
          <p:cNvSpPr/>
          <p:nvPr/>
        </p:nvSpPr>
        <p:spPr>
          <a:xfrm>
            <a:off x="10996687" y="5469508"/>
            <a:ext cx="5999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8A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</a:t>
            </a:r>
            <a:endParaRPr lang="en-US" sz="1500" dirty="0"/>
          </a:p>
        </p:txBody>
      </p:sp>
      <p:sp>
        <p:nvSpPr>
          <p:cNvPr id="33" name="Text 23"/>
          <p:cNvSpPr/>
          <p:nvPr/>
        </p:nvSpPr>
        <p:spPr>
          <a:xfrm>
            <a:off x="10165002" y="6429152"/>
            <a:ext cx="2263222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Three</a:t>
            </a:r>
            <a:endParaRPr lang="en-US" sz="2250" dirty="0"/>
          </a:p>
        </p:txBody>
      </p:sp>
      <p:sp>
        <p:nvSpPr>
          <p:cNvPr id="34" name="Text 24"/>
          <p:cNvSpPr/>
          <p:nvPr/>
        </p:nvSpPr>
        <p:spPr>
          <a:xfrm>
            <a:off x="10693524" y="6891114"/>
            <a:ext cx="120617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Co-Author</a:t>
            </a:r>
            <a:endParaRPr lang="en-US" sz="1800" dirty="0"/>
          </a:p>
        </p:txBody>
      </p:sp>
      <p:sp>
        <p:nvSpPr>
          <p:cNvPr id="35" name="Text 25"/>
          <p:cNvSpPr/>
          <p:nvPr/>
        </p:nvSpPr>
        <p:spPr>
          <a:xfrm>
            <a:off x="10084374" y="7210202"/>
            <a:ext cx="2424477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25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Department, Institution</a:t>
            </a:r>
            <a:endParaRPr lang="en-US" sz="1725" dirty="0"/>
          </a:p>
        </p:txBody>
      </p:sp>
      <p:sp>
        <p:nvSpPr>
          <p:cNvPr id="36" name="Shape 26"/>
          <p:cNvSpPr/>
          <p:nvPr/>
        </p:nvSpPr>
        <p:spPr>
          <a:xfrm>
            <a:off x="13601700" y="4514627"/>
            <a:ext cx="4000500" cy="3381821"/>
          </a:xfrm>
          <a:prstGeom prst="roundRect">
            <a:avLst>
              <a:gd name="adj" fmla="val 6196"/>
            </a:avLst>
          </a:prstGeom>
          <a:solidFill>
            <a:srgbClr val="FFFFFF"/>
          </a:solidFill>
          <a:ln w="9525">
            <a:solidFill>
              <a:srgbClr val="ECE4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13611225" y="4524152"/>
            <a:ext cx="3981450" cy="57150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8" name="Shape 28"/>
          <p:cNvSpPr/>
          <p:nvPr/>
        </p:nvSpPr>
        <p:spPr>
          <a:xfrm>
            <a:off x="14982825" y="4962302"/>
            <a:ext cx="1238250" cy="1238250"/>
          </a:xfrm>
          <a:prstGeom prst="ellipse">
            <a:avLst/>
          </a:prstGeom>
          <a:solidFill>
            <a:srgbClr val="EFE7F1"/>
          </a:solidFill>
          <a:ln/>
        </p:spPr>
      </p:sp>
      <p:sp>
        <p:nvSpPr>
          <p:cNvPr id="39" name="Text 29"/>
          <p:cNvSpPr/>
          <p:nvPr/>
        </p:nvSpPr>
        <p:spPr>
          <a:xfrm>
            <a:off x="15301987" y="5469508"/>
            <a:ext cx="59992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8A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</a:t>
            </a:r>
            <a:endParaRPr lang="en-US" sz="1500" dirty="0"/>
          </a:p>
        </p:txBody>
      </p:sp>
      <p:sp>
        <p:nvSpPr>
          <p:cNvPr id="40" name="Text 30"/>
          <p:cNvSpPr/>
          <p:nvPr/>
        </p:nvSpPr>
        <p:spPr>
          <a:xfrm>
            <a:off x="14976574" y="6429152"/>
            <a:ext cx="1250752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11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2250" dirty="0"/>
          </a:p>
        </p:txBody>
      </p:sp>
      <p:sp>
        <p:nvSpPr>
          <p:cNvPr id="41" name="Text 31"/>
          <p:cNvSpPr/>
          <p:nvPr/>
        </p:nvSpPr>
        <p:spPr>
          <a:xfrm>
            <a:off x="14945064" y="6891114"/>
            <a:ext cx="131369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72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42" name="Text 32"/>
          <p:cNvSpPr/>
          <p:nvPr/>
        </p:nvSpPr>
        <p:spPr>
          <a:xfrm>
            <a:off x="14389674" y="7210202"/>
            <a:ext cx="2424477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25" dirty="0">
                <a:solidFill>
                  <a:srgbClr val="7A6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Department, Institution</a:t>
            </a:r>
            <a:endParaRPr lang="en-US" sz="1725" dirty="0"/>
          </a:p>
        </p:txBody>
      </p:sp>
      <p:sp>
        <p:nvSpPr>
          <p:cNvPr id="43" name="Shape 33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4" name="Shape 34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45" name="Text 35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46" name="Text 36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47" name="Text 37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11021">
                  <a:alpha val="100000"/>
                </a:srgbClr>
              </a:gs>
              <a:gs pos="100000">
                <a:srgbClr val="4A1655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952500"/>
          </a:xfrm>
          <a:prstGeom prst="rect">
            <a:avLst/>
          </a:prstGeom>
          <a:solidFill>
            <a:srgbClr val="21102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0025"/>
            <a:ext cx="1084883" cy="5524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990" y="228600"/>
            <a:ext cx="703138" cy="4953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836" y="342900"/>
            <a:ext cx="1470199" cy="2667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742" y="266700"/>
            <a:ext cx="1690836" cy="4191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5286" y="200025"/>
            <a:ext cx="2503289" cy="55245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64282" y="304800"/>
            <a:ext cx="1682204" cy="3429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2194" y="285750"/>
            <a:ext cx="1272406" cy="381000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0" y="952500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2" name="Text 3"/>
          <p:cNvSpPr/>
          <p:nvPr/>
        </p:nvSpPr>
        <p:spPr>
          <a:xfrm>
            <a:off x="1047750" y="3667125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00" dirty="0">
                <a:solidFill>
                  <a:srgbClr val="CAA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950" dirty="0"/>
          </a:p>
        </p:txBody>
      </p:sp>
      <p:sp>
        <p:nvSpPr>
          <p:cNvPr id="13" name="Text 4"/>
          <p:cNvSpPr/>
          <p:nvPr/>
        </p:nvSpPr>
        <p:spPr>
          <a:xfrm>
            <a:off x="1047750" y="4029075"/>
            <a:ext cx="1781175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922"/>
              </a:lnSpc>
              <a:buNone/>
            </a:pPr>
            <a:r>
              <a:rPr lang="en-US" sz="7500" b="1" kern="0" spc="-2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14" name="Text 5"/>
          <p:cNvSpPr/>
          <p:nvPr/>
        </p:nvSpPr>
        <p:spPr>
          <a:xfrm>
            <a:off x="1047750" y="5172075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850" dirty="0"/>
          </a:p>
        </p:txBody>
      </p:sp>
      <p:sp>
        <p:nvSpPr>
          <p:cNvPr id="15" name="Shape 6"/>
          <p:cNvSpPr/>
          <p:nvPr/>
        </p:nvSpPr>
        <p:spPr>
          <a:xfrm>
            <a:off x="1047750" y="5929313"/>
            <a:ext cx="142875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6" name="Text 7"/>
          <p:cNvSpPr/>
          <p:nvPr/>
        </p:nvSpPr>
        <p:spPr>
          <a:xfrm>
            <a:off x="1047750" y="6319838"/>
            <a:ext cx="35866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AA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650" dirty="0"/>
          </a:p>
        </p:txBody>
      </p:sp>
      <p:sp>
        <p:nvSpPr>
          <p:cNvPr id="17" name="Text 8"/>
          <p:cNvSpPr/>
          <p:nvPr/>
        </p:nvSpPr>
        <p:spPr>
          <a:xfrm>
            <a:off x="1047750" y="6634163"/>
            <a:ext cx="358666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presenter@institution.edu</a:t>
            </a:r>
            <a:endParaRPr lang="en-US" sz="2250" dirty="0"/>
          </a:p>
        </p:txBody>
      </p:sp>
      <p:sp>
        <p:nvSpPr>
          <p:cNvPr id="18" name="Text 9"/>
          <p:cNvSpPr/>
          <p:nvPr/>
        </p:nvSpPr>
        <p:spPr>
          <a:xfrm>
            <a:off x="5070351" y="6319838"/>
            <a:ext cx="18232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AA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</a:t>
            </a:r>
            <a:endParaRPr lang="en-US" sz="1650" dirty="0"/>
          </a:p>
        </p:txBody>
      </p:sp>
      <p:sp>
        <p:nvSpPr>
          <p:cNvPr id="19" name="Text 10"/>
          <p:cNvSpPr/>
          <p:nvPr/>
        </p:nvSpPr>
        <p:spPr>
          <a:xfrm>
            <a:off x="5070351" y="6634163"/>
            <a:ext cx="182324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iprecon.org</a:t>
            </a:r>
            <a:endParaRPr lang="en-US" sz="2250" dirty="0"/>
          </a:p>
        </p:txBody>
      </p:sp>
      <p:sp>
        <p:nvSpPr>
          <p:cNvPr id="20" name="Text 11"/>
          <p:cNvSpPr/>
          <p:nvPr/>
        </p:nvSpPr>
        <p:spPr>
          <a:xfrm>
            <a:off x="7489850" y="6319838"/>
            <a:ext cx="394322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AA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</a:t>
            </a:r>
            <a:endParaRPr lang="en-US" sz="1650" dirty="0"/>
          </a:p>
        </p:txBody>
      </p:sp>
      <p:sp>
        <p:nvSpPr>
          <p:cNvPr id="21" name="Text 12"/>
          <p:cNvSpPr/>
          <p:nvPr/>
        </p:nvSpPr>
        <p:spPr>
          <a:xfrm>
            <a:off x="7489850" y="6634163"/>
            <a:ext cx="394322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Karunagappally, Kerala</a:t>
            </a:r>
            <a:endParaRPr lang="en-US" sz="2250" dirty="0"/>
          </a:p>
        </p:txBody>
      </p:sp>
      <p:sp>
        <p:nvSpPr>
          <p:cNvPr id="22" name="Shape 13"/>
          <p:cNvSpPr/>
          <p:nvPr/>
        </p:nvSpPr>
        <p:spPr>
          <a:xfrm>
            <a:off x="0" y="9629775"/>
            <a:ext cx="18288000" cy="47625"/>
          </a:xfrm>
          <a:prstGeom prst="rect">
            <a:avLst/>
          </a:prstGeom>
          <a:gradFill rotWithShape="1">
            <a:gsLst>
              <a:gs pos="0">
                <a:srgbClr val="8726A0">
                  <a:alpha val="100000"/>
                </a:srgbClr>
              </a:gs>
              <a:gs pos="100000">
                <a:srgbClr val="CAA32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3" name="Shape 14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211021"/>
          </a:solidFill>
          <a:ln/>
        </p:spPr>
      </p:sp>
      <p:sp>
        <p:nvSpPr>
          <p:cNvPr id="24" name="Text 15"/>
          <p:cNvSpPr/>
          <p:nvPr/>
        </p:nvSpPr>
        <p:spPr>
          <a:xfrm>
            <a:off x="533400" y="9820275"/>
            <a:ext cx="208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IPRECON 2026</a:t>
            </a:r>
            <a:endParaRPr lang="en-US" sz="1800" dirty="0"/>
          </a:p>
        </p:txBody>
      </p:sp>
      <p:sp>
        <p:nvSpPr>
          <p:cNvPr id="25" name="Text 16"/>
          <p:cNvSpPr/>
          <p:nvPr/>
        </p:nvSpPr>
        <p:spPr>
          <a:xfrm>
            <a:off x="2565648" y="9850946"/>
            <a:ext cx="59687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Power &amp; Renewable Energy Conference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16458233" y="9851231"/>
            <a:ext cx="14260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July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765</Words>
  <Application>Microsoft Office PowerPoint</Application>
  <PresentationFormat>Custom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Cliffin Cletus</cp:lastModifiedBy>
  <cp:revision>1</cp:revision>
  <dcterms:created xsi:type="dcterms:W3CDTF">2026-07-24T13:54:44Z</dcterms:created>
  <dcterms:modified xsi:type="dcterms:W3CDTF">2026-07-24T14:00:19Z</dcterms:modified>
</cp:coreProperties>
</file>